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669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2FA3FB-3D56-48C8-933F-A2F3C0B57B24}" type="doc">
      <dgm:prSet loTypeId="urn:microsoft.com/office/officeart/2024/layout/HorizontalActionList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FBF6D9-6281-4E7F-9298-61504DBBD2EF}">
      <dgm:prSet phldrT="[Text]"/>
      <dgm:spPr/>
      <dgm:t>
        <a:bodyPr/>
        <a:lstStyle/>
        <a:p>
          <a:pPr>
            <a:buNone/>
          </a:pPr>
          <a:r>
            <a:rPr lang="en-US" b="1" dirty="0">
              <a:solidFill>
                <a:schemeClr val="bg2"/>
              </a:solidFill>
              <a:latin typeface="+mn-lt"/>
              <a:ea typeface="Verdana" pitchFamily="34" charset="-122"/>
              <a:cs typeface="Verdana" pitchFamily="34" charset="-120"/>
            </a:rPr>
            <a:t>Unauthorized Access</a:t>
          </a:r>
          <a:endParaRPr lang="en-US" dirty="0">
            <a:solidFill>
              <a:schemeClr val="bg2"/>
            </a:solidFill>
            <a:latin typeface="+mn-lt"/>
          </a:endParaRPr>
        </a:p>
      </dgm:t>
    </dgm:pt>
    <dgm:pt modelId="{7AB17706-F77E-4EF4-8DDA-2487564F4442}" type="parTrans" cxnId="{4832BBC3-8D37-4BC1-A9CD-E47E0C085A80}">
      <dgm:prSet/>
      <dgm:spPr/>
      <dgm:t>
        <a:bodyPr/>
        <a:lstStyle/>
        <a:p>
          <a:endParaRPr lang="en-US"/>
        </a:p>
      </dgm:t>
    </dgm:pt>
    <dgm:pt modelId="{D0617BFA-E219-4575-8F2D-56D2D8FA9D3D}" type="sibTrans" cxnId="{4832BBC3-8D37-4BC1-A9CD-E47E0C085A80}">
      <dgm:prSet/>
      <dgm:spPr/>
      <dgm:t>
        <a:bodyPr/>
        <a:lstStyle/>
        <a:p>
          <a:endParaRPr lang="en-US"/>
        </a:p>
      </dgm:t>
    </dgm:pt>
    <dgm:pt modelId="{86E27A18-9954-467D-B448-C0C09F00E24D}">
      <dgm:prSet phldrT="[Text]"/>
      <dgm:spPr/>
      <dgm:t>
        <a:bodyPr/>
        <a:lstStyle/>
        <a:p>
          <a:endParaRPr lang="en-US" dirty="0"/>
        </a:p>
        <a:p>
          <a:r>
            <a:rPr lang="en-US" dirty="0"/>
            <a:t>Misconfigured visibility or weak permissions expose code that should be private.</a:t>
          </a:r>
        </a:p>
      </dgm:t>
    </dgm:pt>
    <dgm:pt modelId="{67019F45-BDB4-4AD4-9FA3-58C8E1892AA8}" type="parTrans" cxnId="{54708847-4617-4C94-ABBA-397867E9D259}">
      <dgm:prSet/>
      <dgm:spPr/>
      <dgm:t>
        <a:bodyPr/>
        <a:lstStyle/>
        <a:p>
          <a:endParaRPr lang="en-US"/>
        </a:p>
      </dgm:t>
    </dgm:pt>
    <dgm:pt modelId="{A080AAF7-8DF2-40CF-8C33-DE3B21E76BBB}" type="sibTrans" cxnId="{54708847-4617-4C94-ABBA-397867E9D259}">
      <dgm:prSet/>
      <dgm:spPr/>
      <dgm:t>
        <a:bodyPr/>
        <a:lstStyle/>
        <a:p>
          <a:endParaRPr lang="en-US"/>
        </a:p>
      </dgm:t>
    </dgm:pt>
    <dgm:pt modelId="{0D04FF7A-217F-4BCA-AE1B-9C264A458634}">
      <dgm:prSet phldrT="[Text]"/>
      <dgm:spPr/>
      <dgm:t>
        <a:bodyPr/>
        <a:lstStyle/>
        <a:p>
          <a:pPr>
            <a:buNone/>
          </a:pPr>
          <a:r>
            <a:rPr lang="en-US" b="1" dirty="0">
              <a:solidFill>
                <a:schemeClr val="bg2"/>
              </a:solidFill>
              <a:latin typeface="+mn-lt"/>
              <a:ea typeface="Verdana" pitchFamily="34" charset="-122"/>
              <a:cs typeface="Verdana" pitchFamily="34" charset="-120"/>
            </a:rPr>
            <a:t>Tampered History</a:t>
          </a:r>
          <a:endParaRPr lang="en-US" b="1" dirty="0">
            <a:solidFill>
              <a:schemeClr val="bg2"/>
            </a:solidFill>
            <a:latin typeface="+mn-lt"/>
          </a:endParaRPr>
        </a:p>
      </dgm:t>
    </dgm:pt>
    <dgm:pt modelId="{3253AE0D-9B30-490B-B9CC-B5B5CB1A594C}" type="parTrans" cxnId="{272C38F0-BD22-426D-90FC-D14778FDBC63}">
      <dgm:prSet/>
      <dgm:spPr/>
      <dgm:t>
        <a:bodyPr/>
        <a:lstStyle/>
        <a:p>
          <a:endParaRPr lang="en-US"/>
        </a:p>
      </dgm:t>
    </dgm:pt>
    <dgm:pt modelId="{89CD6AB4-953D-49C3-A3F1-6FF1FBBDA087}" type="sibTrans" cxnId="{272C38F0-BD22-426D-90FC-D14778FDBC63}">
      <dgm:prSet/>
      <dgm:spPr/>
      <dgm:t>
        <a:bodyPr/>
        <a:lstStyle/>
        <a:p>
          <a:endParaRPr lang="en-US"/>
        </a:p>
      </dgm:t>
    </dgm:pt>
    <dgm:pt modelId="{B35CAFFB-33EB-4A57-A02A-21B52085D210}">
      <dgm:prSet phldrT="[Text]" phldr="0"/>
      <dgm:spPr/>
      <dgm:t>
        <a:bodyPr/>
        <a:lstStyle/>
        <a:p>
          <a:r>
            <a:rPr lang="en-US" dirty="0"/>
            <a:t>Unsigned commits and unprotected branches make it hard to trust who changed what.</a:t>
          </a:r>
        </a:p>
      </dgm:t>
    </dgm:pt>
    <dgm:pt modelId="{9F44DF70-0924-4930-8FD6-854F679F6E67}" type="parTrans" cxnId="{F5B5047A-2960-4F4E-9D25-88DF8FB5798B}">
      <dgm:prSet/>
      <dgm:spPr/>
      <dgm:t>
        <a:bodyPr/>
        <a:lstStyle/>
        <a:p>
          <a:endParaRPr lang="en-US"/>
        </a:p>
      </dgm:t>
    </dgm:pt>
    <dgm:pt modelId="{F3350D94-590A-4D81-A1DE-3B4D39C2E41F}" type="sibTrans" cxnId="{F5B5047A-2960-4F4E-9D25-88DF8FB5798B}">
      <dgm:prSet/>
      <dgm:spPr/>
      <dgm:t>
        <a:bodyPr/>
        <a:lstStyle/>
        <a:p>
          <a:endParaRPr lang="en-US"/>
        </a:p>
      </dgm:t>
    </dgm:pt>
    <dgm:pt modelId="{2AE94C75-3AE0-437B-B092-3F5235E1B9E4}">
      <dgm:prSet/>
      <dgm:spPr/>
      <dgm:t>
        <a:bodyPr/>
        <a:lstStyle/>
        <a:p>
          <a:endParaRPr lang="en-US" dirty="0"/>
        </a:p>
      </dgm:t>
    </dgm:pt>
    <dgm:pt modelId="{B8E2378C-403F-426E-8754-6694BB86F056}" type="parTrans" cxnId="{7FBCAE35-69E0-420E-96D5-3EA7512499C2}">
      <dgm:prSet/>
      <dgm:spPr/>
      <dgm:t>
        <a:bodyPr/>
        <a:lstStyle/>
        <a:p>
          <a:endParaRPr lang="en-US"/>
        </a:p>
      </dgm:t>
    </dgm:pt>
    <dgm:pt modelId="{430B731B-2B6E-4B4D-A9E5-9C75D818BE17}" type="sibTrans" cxnId="{7FBCAE35-69E0-420E-96D5-3EA7512499C2}">
      <dgm:prSet/>
      <dgm:spPr/>
      <dgm:t>
        <a:bodyPr/>
        <a:lstStyle/>
        <a:p>
          <a:endParaRPr lang="en-US"/>
        </a:p>
      </dgm:t>
    </dgm:pt>
    <dgm:pt modelId="{615449E6-86AD-41BE-9F3B-A064323E8B3C}">
      <dgm:prSet/>
      <dgm:spPr/>
      <dgm:t>
        <a:bodyPr/>
        <a:lstStyle/>
        <a:p>
          <a:r>
            <a:rPr lang="en-US" b="1" dirty="0"/>
            <a:t>Leaked Secrets</a:t>
          </a:r>
        </a:p>
      </dgm:t>
    </dgm:pt>
    <dgm:pt modelId="{3FE42507-2F15-47CB-AD99-72CE93D2EE4E}" type="parTrans" cxnId="{A34CC06B-23CA-4F6D-90A8-29FA580B4404}">
      <dgm:prSet/>
      <dgm:spPr/>
      <dgm:t>
        <a:bodyPr/>
        <a:lstStyle/>
        <a:p>
          <a:endParaRPr lang="en-US"/>
        </a:p>
      </dgm:t>
    </dgm:pt>
    <dgm:pt modelId="{0FD96C09-70F3-4719-B34F-CADA74B03844}" type="sibTrans" cxnId="{A34CC06B-23CA-4F6D-90A8-29FA580B4404}">
      <dgm:prSet/>
      <dgm:spPr/>
      <dgm:t>
        <a:bodyPr/>
        <a:lstStyle/>
        <a:p>
          <a:endParaRPr lang="en-US"/>
        </a:p>
      </dgm:t>
    </dgm:pt>
    <dgm:pt modelId="{D743EE9E-4D2E-4A37-9762-2D7E48527AF5}">
      <dgm:prSet/>
      <dgm:spPr/>
      <dgm:t>
        <a:bodyPr/>
        <a:lstStyle/>
        <a:p>
          <a:endParaRPr lang="en-US" dirty="0"/>
        </a:p>
        <a:p>
          <a:r>
            <a:rPr lang="en-US" dirty="0"/>
            <a:t>API keys and credentials committed directly into history, often by accident.</a:t>
          </a:r>
        </a:p>
      </dgm:t>
    </dgm:pt>
    <dgm:pt modelId="{302C31C2-EBE6-41B9-8949-A88FC047B19B}" type="parTrans" cxnId="{C80CDF7B-1D91-45C7-8CB4-C77FBB5BBF40}">
      <dgm:prSet/>
      <dgm:spPr/>
      <dgm:t>
        <a:bodyPr/>
        <a:lstStyle/>
        <a:p>
          <a:endParaRPr lang="en-US"/>
        </a:p>
      </dgm:t>
    </dgm:pt>
    <dgm:pt modelId="{9238D6FD-00E5-43C5-913E-6576F341D367}" type="sibTrans" cxnId="{C80CDF7B-1D91-45C7-8CB4-C77FBB5BBF40}">
      <dgm:prSet/>
      <dgm:spPr/>
      <dgm:t>
        <a:bodyPr/>
        <a:lstStyle/>
        <a:p>
          <a:endParaRPr lang="en-US"/>
        </a:p>
      </dgm:t>
    </dgm:pt>
    <dgm:pt modelId="{7194384D-7822-4997-86D9-994E4E293230}">
      <dgm:prSet/>
      <dgm:spPr/>
      <dgm:t>
        <a:bodyPr/>
        <a:lstStyle/>
        <a:p>
          <a:endParaRPr lang="en-US" dirty="0"/>
        </a:p>
      </dgm:t>
    </dgm:pt>
    <dgm:pt modelId="{1B26CC7E-BAB5-4BA5-AE07-6824BDACF479}" type="parTrans" cxnId="{92BDA270-3F19-4E63-9ED8-145E93F022CB}">
      <dgm:prSet/>
      <dgm:spPr/>
      <dgm:t>
        <a:bodyPr/>
        <a:lstStyle/>
        <a:p>
          <a:endParaRPr lang="en-US"/>
        </a:p>
      </dgm:t>
    </dgm:pt>
    <dgm:pt modelId="{50260016-3AF0-4068-80A0-C7C8B9BF4750}" type="sibTrans" cxnId="{92BDA270-3F19-4E63-9ED8-145E93F022CB}">
      <dgm:prSet/>
      <dgm:spPr/>
      <dgm:t>
        <a:bodyPr/>
        <a:lstStyle/>
        <a:p>
          <a:endParaRPr lang="en-US"/>
        </a:p>
      </dgm:t>
    </dgm:pt>
    <dgm:pt modelId="{7F83508E-DBC0-4D12-A799-E68FC402977F}">
      <dgm:prSet/>
      <dgm:spPr/>
      <dgm:t>
        <a:bodyPr/>
        <a:lstStyle/>
        <a:p>
          <a:endParaRPr lang="en-US"/>
        </a:p>
      </dgm:t>
    </dgm:pt>
    <dgm:pt modelId="{1382733A-019A-4C88-BEFF-A229B8A31EC8}" type="parTrans" cxnId="{D0131612-0595-4FC6-977A-FD75013D9D73}">
      <dgm:prSet/>
      <dgm:spPr/>
      <dgm:t>
        <a:bodyPr/>
        <a:lstStyle/>
        <a:p>
          <a:endParaRPr lang="en-US"/>
        </a:p>
      </dgm:t>
    </dgm:pt>
    <dgm:pt modelId="{066EF5CF-597B-4D9E-8D4F-83CB711428D4}" type="sibTrans" cxnId="{D0131612-0595-4FC6-977A-FD75013D9D73}">
      <dgm:prSet/>
      <dgm:spPr/>
      <dgm:t>
        <a:bodyPr/>
        <a:lstStyle/>
        <a:p>
          <a:endParaRPr lang="en-US"/>
        </a:p>
      </dgm:t>
    </dgm:pt>
    <dgm:pt modelId="{0FAA96AD-E2E0-4877-84AB-80752F459411}">
      <dgm:prSet/>
      <dgm:spPr/>
      <dgm:t>
        <a:bodyPr/>
        <a:lstStyle/>
        <a:p>
          <a:r>
            <a:rPr lang="en-US" dirty="0"/>
            <a:t>Vulnerable Dependencies</a:t>
          </a:r>
        </a:p>
      </dgm:t>
    </dgm:pt>
    <dgm:pt modelId="{F1BF8F46-47A8-41FF-96E4-D645E7742C94}" type="parTrans" cxnId="{7494FD6F-3BC6-4EC9-B1F5-75A008990886}">
      <dgm:prSet/>
      <dgm:spPr/>
      <dgm:t>
        <a:bodyPr/>
        <a:lstStyle/>
        <a:p>
          <a:endParaRPr lang="en-US"/>
        </a:p>
      </dgm:t>
    </dgm:pt>
    <dgm:pt modelId="{329C3B4D-0006-4F01-BDC6-F5F5560BD8F7}" type="sibTrans" cxnId="{7494FD6F-3BC6-4EC9-B1F5-75A008990886}">
      <dgm:prSet/>
      <dgm:spPr/>
      <dgm:t>
        <a:bodyPr/>
        <a:lstStyle/>
        <a:p>
          <a:endParaRPr lang="en-US"/>
        </a:p>
      </dgm:t>
    </dgm:pt>
    <dgm:pt modelId="{07D8D647-8F0C-464F-800A-1086ABE5684C}">
      <dgm:prSet/>
      <dgm:spPr/>
      <dgm:t>
        <a:bodyPr/>
        <a:lstStyle/>
        <a:p>
          <a:endParaRPr lang="en-US" dirty="0"/>
        </a:p>
      </dgm:t>
    </dgm:pt>
    <dgm:pt modelId="{51FCC614-7643-4435-AE2A-77974E5B030B}" type="parTrans" cxnId="{1B24E0AA-03F9-44A9-9C83-92EAAD5B4E5B}">
      <dgm:prSet/>
      <dgm:spPr/>
      <dgm:t>
        <a:bodyPr/>
        <a:lstStyle/>
        <a:p>
          <a:endParaRPr lang="en-US"/>
        </a:p>
      </dgm:t>
    </dgm:pt>
    <dgm:pt modelId="{174B6C20-0B6F-462C-BD98-AA84A982B4D2}" type="sibTrans" cxnId="{1B24E0AA-03F9-44A9-9C83-92EAAD5B4E5B}">
      <dgm:prSet/>
      <dgm:spPr/>
      <dgm:t>
        <a:bodyPr/>
        <a:lstStyle/>
        <a:p>
          <a:endParaRPr lang="en-US"/>
        </a:p>
      </dgm:t>
    </dgm:pt>
    <dgm:pt modelId="{44153C14-324D-4910-A09B-BBC1CEEB6A21}">
      <dgm:prSet/>
      <dgm:spPr/>
      <dgm:t>
        <a:bodyPr/>
        <a:lstStyle/>
        <a:p>
          <a:r>
            <a:rPr lang="en-US" dirty="0"/>
            <a:t>Outdated or malicious third party packages pulled straight into the codebase.</a:t>
          </a:r>
        </a:p>
      </dgm:t>
    </dgm:pt>
    <dgm:pt modelId="{727D68A0-3025-4771-910E-217941A1E458}" type="parTrans" cxnId="{54B4391D-AFA4-4B18-AC93-84D026F41CC3}">
      <dgm:prSet/>
      <dgm:spPr/>
      <dgm:t>
        <a:bodyPr/>
        <a:lstStyle/>
        <a:p>
          <a:endParaRPr lang="en-US"/>
        </a:p>
      </dgm:t>
    </dgm:pt>
    <dgm:pt modelId="{8C6DC534-3B54-4488-8741-30AE413A92F8}" type="sibTrans" cxnId="{54B4391D-AFA4-4B18-AC93-84D026F41CC3}">
      <dgm:prSet/>
      <dgm:spPr/>
      <dgm:t>
        <a:bodyPr/>
        <a:lstStyle/>
        <a:p>
          <a:endParaRPr lang="en-US"/>
        </a:p>
      </dgm:t>
    </dgm:pt>
    <dgm:pt modelId="{D0C4A2EC-646D-4AE2-B176-D99EF85D7D36}">
      <dgm:prSet/>
      <dgm:spPr/>
      <dgm:t>
        <a:bodyPr/>
        <a:lstStyle/>
        <a:p>
          <a:endParaRPr lang="en-US"/>
        </a:p>
      </dgm:t>
    </dgm:pt>
    <dgm:pt modelId="{03687E9C-EF59-4CB9-AAAB-25FA63972F1E}" type="parTrans" cxnId="{7A1C97ED-8C17-49CF-8986-BBB8F08D33E4}">
      <dgm:prSet/>
      <dgm:spPr/>
      <dgm:t>
        <a:bodyPr/>
        <a:lstStyle/>
        <a:p>
          <a:endParaRPr lang="en-US"/>
        </a:p>
      </dgm:t>
    </dgm:pt>
    <dgm:pt modelId="{17AB33E6-0FF1-4B1D-901F-8F5D4DDFD769}" type="sibTrans" cxnId="{7A1C97ED-8C17-49CF-8986-BBB8F08D33E4}">
      <dgm:prSet/>
      <dgm:spPr/>
      <dgm:t>
        <a:bodyPr/>
        <a:lstStyle/>
        <a:p>
          <a:endParaRPr lang="en-US"/>
        </a:p>
      </dgm:t>
    </dgm:pt>
    <dgm:pt modelId="{5741EA3B-B913-41AD-A10E-C52A4F5D1B9D}" type="pres">
      <dgm:prSet presAssocID="{902FA3FB-3D56-48C8-933F-A2F3C0B57B24}" presName="Name0" presStyleCnt="0">
        <dgm:presLayoutVars>
          <dgm:dir/>
          <dgm:animLvl val="lvl"/>
          <dgm:resizeHandles val="exact"/>
        </dgm:presLayoutVars>
      </dgm:prSet>
      <dgm:spPr/>
    </dgm:pt>
    <dgm:pt modelId="{1760937C-3AC5-4C27-BD86-C8518ECA640E}" type="pres">
      <dgm:prSet presAssocID="{70FBF6D9-6281-4E7F-9298-61504DBBD2EF}" presName="composite" presStyleCnt="0"/>
      <dgm:spPr/>
    </dgm:pt>
    <dgm:pt modelId="{7FF8DA9C-DAB9-4DB8-828E-4F3F7B95B9C3}" type="pres">
      <dgm:prSet presAssocID="{70FBF6D9-6281-4E7F-9298-61504DBBD2EF}" presName="parTx" presStyleLbl="alignNode1" presStyleIdx="0" presStyleCnt="4">
        <dgm:presLayoutVars>
          <dgm:chMax val="0"/>
          <dgm:chPref val="0"/>
        </dgm:presLayoutVars>
      </dgm:prSet>
      <dgm:spPr/>
    </dgm:pt>
    <dgm:pt modelId="{FB5E6C44-E3CC-4D24-BCCB-E91DEC1734B6}" type="pres">
      <dgm:prSet presAssocID="{70FBF6D9-6281-4E7F-9298-61504DBBD2EF}" presName="bgOutline" presStyleLbl="fgAcc1" presStyleIdx="0" presStyleCnt="4">
        <dgm:presLayoutVars>
          <dgm:bulletEnabled/>
        </dgm:presLayoutVars>
      </dgm:prSet>
      <dgm:spPr/>
    </dgm:pt>
    <dgm:pt modelId="{CC64C3FC-5FE6-4C17-B42C-9C38197EDDEE}" type="pres">
      <dgm:prSet presAssocID="{D0617BFA-E219-4575-8F2D-56D2D8FA9D3D}" presName="space" presStyleCnt="0"/>
      <dgm:spPr/>
    </dgm:pt>
    <dgm:pt modelId="{DA224ED2-9B20-4899-99D0-3C744056024B}" type="pres">
      <dgm:prSet presAssocID="{615449E6-86AD-41BE-9F3B-A064323E8B3C}" presName="composite" presStyleCnt="0"/>
      <dgm:spPr/>
    </dgm:pt>
    <dgm:pt modelId="{3C0C79E3-F742-44F9-9496-B4C3FEFECE51}" type="pres">
      <dgm:prSet presAssocID="{615449E6-86AD-41BE-9F3B-A064323E8B3C}" presName="parTx" presStyleLbl="alignNode1" presStyleIdx="1" presStyleCnt="4">
        <dgm:presLayoutVars>
          <dgm:chMax val="0"/>
          <dgm:chPref val="0"/>
        </dgm:presLayoutVars>
      </dgm:prSet>
      <dgm:spPr/>
    </dgm:pt>
    <dgm:pt modelId="{3FBADDC0-0D34-46D9-8759-65FACC2FBC76}" type="pres">
      <dgm:prSet presAssocID="{615449E6-86AD-41BE-9F3B-A064323E8B3C}" presName="bgOutline" presStyleLbl="fgAcc1" presStyleIdx="1" presStyleCnt="4">
        <dgm:presLayoutVars>
          <dgm:bulletEnabled/>
        </dgm:presLayoutVars>
      </dgm:prSet>
      <dgm:spPr/>
    </dgm:pt>
    <dgm:pt modelId="{38FCE912-633B-46B9-BB32-B13E8219512B}" type="pres">
      <dgm:prSet presAssocID="{0FD96C09-70F3-4719-B34F-CADA74B03844}" presName="space" presStyleCnt="0"/>
      <dgm:spPr/>
    </dgm:pt>
    <dgm:pt modelId="{D2C78622-9B7C-4056-B522-305D1DED370A}" type="pres">
      <dgm:prSet presAssocID="{0D04FF7A-217F-4BCA-AE1B-9C264A458634}" presName="composite" presStyleCnt="0"/>
      <dgm:spPr/>
    </dgm:pt>
    <dgm:pt modelId="{47368747-F276-485B-88DF-3EABC81306D5}" type="pres">
      <dgm:prSet presAssocID="{0D04FF7A-217F-4BCA-AE1B-9C264A458634}" presName="parTx" presStyleLbl="alignNode1" presStyleIdx="2" presStyleCnt="4">
        <dgm:presLayoutVars>
          <dgm:chMax val="0"/>
          <dgm:chPref val="0"/>
        </dgm:presLayoutVars>
      </dgm:prSet>
      <dgm:spPr/>
    </dgm:pt>
    <dgm:pt modelId="{996D9310-06EA-4E25-828B-895504EA3E86}" type="pres">
      <dgm:prSet presAssocID="{0D04FF7A-217F-4BCA-AE1B-9C264A458634}" presName="bgOutline" presStyleLbl="fgAcc1" presStyleIdx="2" presStyleCnt="4">
        <dgm:presLayoutVars>
          <dgm:bulletEnabled/>
        </dgm:presLayoutVars>
      </dgm:prSet>
      <dgm:spPr/>
    </dgm:pt>
    <dgm:pt modelId="{85ADEBF0-F06C-422C-9C12-5E1EDB8245F1}" type="pres">
      <dgm:prSet presAssocID="{89CD6AB4-953D-49C3-A3F1-6FF1FBBDA087}" presName="space" presStyleCnt="0"/>
      <dgm:spPr/>
    </dgm:pt>
    <dgm:pt modelId="{08A767A2-446E-4B4E-B2D1-80F9A4E3E373}" type="pres">
      <dgm:prSet presAssocID="{0FAA96AD-E2E0-4877-84AB-80752F459411}" presName="composite" presStyleCnt="0"/>
      <dgm:spPr/>
    </dgm:pt>
    <dgm:pt modelId="{B624AE29-5AE2-47B8-8042-324E0C90A0D3}" type="pres">
      <dgm:prSet presAssocID="{0FAA96AD-E2E0-4877-84AB-80752F459411}" presName="parTx" presStyleLbl="alignNode1" presStyleIdx="3" presStyleCnt="4">
        <dgm:presLayoutVars>
          <dgm:chMax val="0"/>
          <dgm:chPref val="0"/>
        </dgm:presLayoutVars>
      </dgm:prSet>
      <dgm:spPr/>
    </dgm:pt>
    <dgm:pt modelId="{255FC6E6-95F8-4881-821D-902F62A8ED00}" type="pres">
      <dgm:prSet presAssocID="{0FAA96AD-E2E0-4877-84AB-80752F459411}" presName="bgOutline" presStyleLbl="fgAcc1" presStyleIdx="3" presStyleCnt="4">
        <dgm:presLayoutVars>
          <dgm:bulletEnabled/>
        </dgm:presLayoutVars>
      </dgm:prSet>
      <dgm:spPr/>
    </dgm:pt>
  </dgm:ptLst>
  <dgm:cxnLst>
    <dgm:cxn modelId="{1A8F670D-C45F-4D35-B912-19C23DB94B4B}" type="presOf" srcId="{B35CAFFB-33EB-4A57-A02A-21B52085D210}" destId="{996D9310-06EA-4E25-828B-895504EA3E86}" srcOrd="0" destOrd="0" presId="urn:microsoft.com/office/officeart/2024/layout/HorizontalActionList"/>
    <dgm:cxn modelId="{D0131612-0595-4FC6-977A-FD75013D9D73}" srcId="{0D04FF7A-217F-4BCA-AE1B-9C264A458634}" destId="{7F83508E-DBC0-4D12-A799-E68FC402977F}" srcOrd="1" destOrd="0" parTransId="{1382733A-019A-4C88-BEFF-A229B8A31EC8}" sibTransId="{066EF5CF-597B-4D9E-8D4F-83CB711428D4}"/>
    <dgm:cxn modelId="{54B4391D-AFA4-4B18-AC93-84D026F41CC3}" srcId="{0FAA96AD-E2E0-4877-84AB-80752F459411}" destId="{44153C14-324D-4910-A09B-BBC1CEEB6A21}" srcOrd="1" destOrd="0" parTransId="{727D68A0-3025-4771-910E-217941A1E458}" sibTransId="{8C6DC534-3B54-4488-8741-30AE413A92F8}"/>
    <dgm:cxn modelId="{7FBCAE35-69E0-420E-96D5-3EA7512499C2}" srcId="{70FBF6D9-6281-4E7F-9298-61504DBBD2EF}" destId="{2AE94C75-3AE0-437B-B092-3F5235E1B9E4}" srcOrd="1" destOrd="0" parTransId="{B8E2378C-403F-426E-8754-6694BB86F056}" sibTransId="{430B731B-2B6E-4B4D-A9E5-9C75D818BE17}"/>
    <dgm:cxn modelId="{14BB235C-52D0-403B-BD5B-DA62B511D5CD}" type="presOf" srcId="{0D04FF7A-217F-4BCA-AE1B-9C264A458634}" destId="{47368747-F276-485B-88DF-3EABC81306D5}" srcOrd="0" destOrd="0" presId="urn:microsoft.com/office/officeart/2024/layout/HorizontalActionList"/>
    <dgm:cxn modelId="{97A3AA46-DA76-470A-AD98-6D303E045427}" type="presOf" srcId="{2AE94C75-3AE0-437B-B092-3F5235E1B9E4}" destId="{FB5E6C44-E3CC-4D24-BCCB-E91DEC1734B6}" srcOrd="0" destOrd="1" presId="urn:microsoft.com/office/officeart/2024/layout/HorizontalActionList"/>
    <dgm:cxn modelId="{54708847-4617-4C94-ABBA-397867E9D259}" srcId="{70FBF6D9-6281-4E7F-9298-61504DBBD2EF}" destId="{86E27A18-9954-467D-B448-C0C09F00E24D}" srcOrd="0" destOrd="0" parTransId="{67019F45-BDB4-4AD4-9FA3-58C8E1892AA8}" sibTransId="{A080AAF7-8DF2-40CF-8C33-DE3B21E76BBB}"/>
    <dgm:cxn modelId="{A34CC06B-23CA-4F6D-90A8-29FA580B4404}" srcId="{902FA3FB-3D56-48C8-933F-A2F3C0B57B24}" destId="{615449E6-86AD-41BE-9F3B-A064323E8B3C}" srcOrd="1" destOrd="0" parTransId="{3FE42507-2F15-47CB-AD99-72CE93D2EE4E}" sibTransId="{0FD96C09-70F3-4719-B34F-CADA74B03844}"/>
    <dgm:cxn modelId="{7494FD6F-3BC6-4EC9-B1F5-75A008990886}" srcId="{902FA3FB-3D56-48C8-933F-A2F3C0B57B24}" destId="{0FAA96AD-E2E0-4877-84AB-80752F459411}" srcOrd="3" destOrd="0" parTransId="{F1BF8F46-47A8-41FF-96E4-D645E7742C94}" sibTransId="{329C3B4D-0006-4F01-BDC6-F5F5560BD8F7}"/>
    <dgm:cxn modelId="{92BDA270-3F19-4E63-9ED8-145E93F022CB}" srcId="{615449E6-86AD-41BE-9F3B-A064323E8B3C}" destId="{7194384D-7822-4997-86D9-994E4E293230}" srcOrd="1" destOrd="0" parTransId="{1B26CC7E-BAB5-4BA5-AE07-6824BDACF479}" sibTransId="{50260016-3AF0-4068-80A0-C7C8B9BF4750}"/>
    <dgm:cxn modelId="{F5B5047A-2960-4F4E-9D25-88DF8FB5798B}" srcId="{0D04FF7A-217F-4BCA-AE1B-9C264A458634}" destId="{B35CAFFB-33EB-4A57-A02A-21B52085D210}" srcOrd="0" destOrd="0" parTransId="{9F44DF70-0924-4930-8FD6-854F679F6E67}" sibTransId="{F3350D94-590A-4D81-A1DE-3B4D39C2E41F}"/>
    <dgm:cxn modelId="{C80CDF7B-1D91-45C7-8CB4-C77FBB5BBF40}" srcId="{615449E6-86AD-41BE-9F3B-A064323E8B3C}" destId="{D743EE9E-4D2E-4A37-9762-2D7E48527AF5}" srcOrd="0" destOrd="0" parTransId="{302C31C2-EBE6-41B9-8949-A88FC047B19B}" sibTransId="{9238D6FD-00E5-43C5-913E-6576F341D367}"/>
    <dgm:cxn modelId="{224A187C-B409-4DC9-9FF6-0D667496760D}" type="presOf" srcId="{70FBF6D9-6281-4E7F-9298-61504DBBD2EF}" destId="{7FF8DA9C-DAB9-4DB8-828E-4F3F7B95B9C3}" srcOrd="0" destOrd="0" presId="urn:microsoft.com/office/officeart/2024/layout/HorizontalActionList"/>
    <dgm:cxn modelId="{7D4C6582-A4CD-47DB-B08B-618AF604828F}" type="presOf" srcId="{86E27A18-9954-467D-B448-C0C09F00E24D}" destId="{FB5E6C44-E3CC-4D24-BCCB-E91DEC1734B6}" srcOrd="0" destOrd="0" presId="urn:microsoft.com/office/officeart/2024/layout/HorizontalActionList"/>
    <dgm:cxn modelId="{6961C991-00F9-4E10-ACC3-F4B43BBF5FCC}" type="presOf" srcId="{902FA3FB-3D56-48C8-933F-A2F3C0B57B24}" destId="{5741EA3B-B913-41AD-A10E-C52A4F5D1B9D}" srcOrd="0" destOrd="0" presId="urn:microsoft.com/office/officeart/2024/layout/HorizontalActionList"/>
    <dgm:cxn modelId="{C9D2629A-C71B-4AFF-8481-79C13230F48C}" type="presOf" srcId="{D743EE9E-4D2E-4A37-9762-2D7E48527AF5}" destId="{3FBADDC0-0D34-46D9-8759-65FACC2FBC76}" srcOrd="0" destOrd="0" presId="urn:microsoft.com/office/officeart/2024/layout/HorizontalActionList"/>
    <dgm:cxn modelId="{F9B9DA9B-4AF7-49C6-A2B2-C117ACE26925}" type="presOf" srcId="{0FAA96AD-E2E0-4877-84AB-80752F459411}" destId="{B624AE29-5AE2-47B8-8042-324E0C90A0D3}" srcOrd="0" destOrd="0" presId="urn:microsoft.com/office/officeart/2024/layout/HorizontalActionList"/>
    <dgm:cxn modelId="{1B24E0AA-03F9-44A9-9C83-92EAAD5B4E5B}" srcId="{0FAA96AD-E2E0-4877-84AB-80752F459411}" destId="{07D8D647-8F0C-464F-800A-1086ABE5684C}" srcOrd="0" destOrd="0" parTransId="{51FCC614-7643-4435-AE2A-77974E5B030B}" sibTransId="{174B6C20-0B6F-462C-BD98-AA84A982B4D2}"/>
    <dgm:cxn modelId="{55A501AB-F7EC-4D94-87CD-8EFCB705B3E0}" type="presOf" srcId="{07D8D647-8F0C-464F-800A-1086ABE5684C}" destId="{255FC6E6-95F8-4881-821D-902F62A8ED00}" srcOrd="0" destOrd="0" presId="urn:microsoft.com/office/officeart/2024/layout/HorizontalActionList"/>
    <dgm:cxn modelId="{E7812AB3-0523-47B2-889B-76E7D4373F95}" type="presOf" srcId="{44153C14-324D-4910-A09B-BBC1CEEB6A21}" destId="{255FC6E6-95F8-4881-821D-902F62A8ED00}" srcOrd="0" destOrd="1" presId="urn:microsoft.com/office/officeart/2024/layout/HorizontalActionList"/>
    <dgm:cxn modelId="{9B24EBB5-9C67-45E9-8D90-7C1E40D174D2}" type="presOf" srcId="{7194384D-7822-4997-86D9-994E4E293230}" destId="{3FBADDC0-0D34-46D9-8759-65FACC2FBC76}" srcOrd="0" destOrd="1" presId="urn:microsoft.com/office/officeart/2024/layout/HorizontalActionList"/>
    <dgm:cxn modelId="{4832BBC3-8D37-4BC1-A9CD-E47E0C085A80}" srcId="{902FA3FB-3D56-48C8-933F-A2F3C0B57B24}" destId="{70FBF6D9-6281-4E7F-9298-61504DBBD2EF}" srcOrd="0" destOrd="0" parTransId="{7AB17706-F77E-4EF4-8DDA-2487564F4442}" sibTransId="{D0617BFA-E219-4575-8F2D-56D2D8FA9D3D}"/>
    <dgm:cxn modelId="{EFCA25DF-CBFB-43CF-A135-530C08E18408}" type="presOf" srcId="{615449E6-86AD-41BE-9F3B-A064323E8B3C}" destId="{3C0C79E3-F742-44F9-9496-B4C3FEFECE51}" srcOrd="0" destOrd="0" presId="urn:microsoft.com/office/officeart/2024/layout/HorizontalActionList"/>
    <dgm:cxn modelId="{0F59FEE4-5182-4CF4-81B6-186D7BB36AE9}" type="presOf" srcId="{D0C4A2EC-646D-4AE2-B176-D99EF85D7D36}" destId="{255FC6E6-95F8-4881-821D-902F62A8ED00}" srcOrd="0" destOrd="2" presId="urn:microsoft.com/office/officeart/2024/layout/HorizontalActionList"/>
    <dgm:cxn modelId="{7A1C97ED-8C17-49CF-8986-BBB8F08D33E4}" srcId="{0FAA96AD-E2E0-4877-84AB-80752F459411}" destId="{D0C4A2EC-646D-4AE2-B176-D99EF85D7D36}" srcOrd="2" destOrd="0" parTransId="{03687E9C-EF59-4CB9-AAAB-25FA63972F1E}" sibTransId="{17AB33E6-0FF1-4B1D-901F-8F5D4DDFD769}"/>
    <dgm:cxn modelId="{272C38F0-BD22-426D-90FC-D14778FDBC63}" srcId="{902FA3FB-3D56-48C8-933F-A2F3C0B57B24}" destId="{0D04FF7A-217F-4BCA-AE1B-9C264A458634}" srcOrd="2" destOrd="0" parTransId="{3253AE0D-9B30-490B-B9CC-B5B5CB1A594C}" sibTransId="{89CD6AB4-953D-49C3-A3F1-6FF1FBBDA087}"/>
    <dgm:cxn modelId="{5F9AF5F6-BA55-4680-962F-A82FAA709B36}" type="presOf" srcId="{7F83508E-DBC0-4D12-A799-E68FC402977F}" destId="{996D9310-06EA-4E25-828B-895504EA3E86}" srcOrd="0" destOrd="1" presId="urn:microsoft.com/office/officeart/2024/layout/HorizontalActionList"/>
    <dgm:cxn modelId="{C61FB2B3-1D05-4188-BE7D-96027E912408}" type="presParOf" srcId="{5741EA3B-B913-41AD-A10E-C52A4F5D1B9D}" destId="{1760937C-3AC5-4C27-BD86-C8518ECA640E}" srcOrd="0" destOrd="0" presId="urn:microsoft.com/office/officeart/2024/layout/HorizontalActionList"/>
    <dgm:cxn modelId="{05B8BFB6-82ED-40FF-91C3-F85A390C665B}" type="presParOf" srcId="{1760937C-3AC5-4C27-BD86-C8518ECA640E}" destId="{7FF8DA9C-DAB9-4DB8-828E-4F3F7B95B9C3}" srcOrd="0" destOrd="0" presId="urn:microsoft.com/office/officeart/2024/layout/HorizontalActionList"/>
    <dgm:cxn modelId="{F1F9A6AA-210A-4F9F-BDEE-644AFE52137F}" type="presParOf" srcId="{1760937C-3AC5-4C27-BD86-C8518ECA640E}" destId="{FB5E6C44-E3CC-4D24-BCCB-E91DEC1734B6}" srcOrd="1" destOrd="0" presId="urn:microsoft.com/office/officeart/2024/layout/HorizontalActionList"/>
    <dgm:cxn modelId="{BAD92F15-D231-4F7C-A143-99033F732ABF}" type="presParOf" srcId="{5741EA3B-B913-41AD-A10E-C52A4F5D1B9D}" destId="{CC64C3FC-5FE6-4C17-B42C-9C38197EDDEE}" srcOrd="1" destOrd="0" presId="urn:microsoft.com/office/officeart/2024/layout/HorizontalActionList"/>
    <dgm:cxn modelId="{5AF6AE85-429C-4889-8337-40A9DAFEFFC6}" type="presParOf" srcId="{5741EA3B-B913-41AD-A10E-C52A4F5D1B9D}" destId="{DA224ED2-9B20-4899-99D0-3C744056024B}" srcOrd="2" destOrd="0" presId="urn:microsoft.com/office/officeart/2024/layout/HorizontalActionList"/>
    <dgm:cxn modelId="{35CAD04F-2A13-49F6-94F9-F417D0B8942D}" type="presParOf" srcId="{DA224ED2-9B20-4899-99D0-3C744056024B}" destId="{3C0C79E3-F742-44F9-9496-B4C3FEFECE51}" srcOrd="0" destOrd="0" presId="urn:microsoft.com/office/officeart/2024/layout/HorizontalActionList"/>
    <dgm:cxn modelId="{D829F252-75C2-4B2A-AC75-00F049739F23}" type="presParOf" srcId="{DA224ED2-9B20-4899-99D0-3C744056024B}" destId="{3FBADDC0-0D34-46D9-8759-65FACC2FBC76}" srcOrd="1" destOrd="0" presId="urn:microsoft.com/office/officeart/2024/layout/HorizontalActionList"/>
    <dgm:cxn modelId="{557AC01A-E04F-431C-A604-57F8539C7EA2}" type="presParOf" srcId="{5741EA3B-B913-41AD-A10E-C52A4F5D1B9D}" destId="{38FCE912-633B-46B9-BB32-B13E8219512B}" srcOrd="3" destOrd="0" presId="urn:microsoft.com/office/officeart/2024/layout/HorizontalActionList"/>
    <dgm:cxn modelId="{95059EFA-2E0C-4760-AAC6-2363C0121AAB}" type="presParOf" srcId="{5741EA3B-B913-41AD-A10E-C52A4F5D1B9D}" destId="{D2C78622-9B7C-4056-B522-305D1DED370A}" srcOrd="4" destOrd="0" presId="urn:microsoft.com/office/officeart/2024/layout/HorizontalActionList"/>
    <dgm:cxn modelId="{1CDAD7CB-E5CE-4266-810C-BD4C95A96C90}" type="presParOf" srcId="{D2C78622-9B7C-4056-B522-305D1DED370A}" destId="{47368747-F276-485B-88DF-3EABC81306D5}" srcOrd="0" destOrd="0" presId="urn:microsoft.com/office/officeart/2024/layout/HorizontalActionList"/>
    <dgm:cxn modelId="{CC0E1C62-ED42-45E0-A4DD-DE7606B16CC0}" type="presParOf" srcId="{D2C78622-9B7C-4056-B522-305D1DED370A}" destId="{996D9310-06EA-4E25-828B-895504EA3E86}" srcOrd="1" destOrd="0" presId="urn:microsoft.com/office/officeart/2024/layout/HorizontalActionList"/>
    <dgm:cxn modelId="{AF6A3E47-A407-4BCB-B67B-4AE1AE43CEF3}" type="presParOf" srcId="{5741EA3B-B913-41AD-A10E-C52A4F5D1B9D}" destId="{85ADEBF0-F06C-422C-9C12-5E1EDB8245F1}" srcOrd="5" destOrd="0" presId="urn:microsoft.com/office/officeart/2024/layout/HorizontalActionList"/>
    <dgm:cxn modelId="{21302727-2F8A-4A81-92B6-D1D1C27F711C}" type="presParOf" srcId="{5741EA3B-B913-41AD-A10E-C52A4F5D1B9D}" destId="{08A767A2-446E-4B4E-B2D1-80F9A4E3E373}" srcOrd="6" destOrd="0" presId="urn:microsoft.com/office/officeart/2024/layout/HorizontalActionList"/>
    <dgm:cxn modelId="{3FF0CA55-B6F3-4BFA-BBA2-F604282BC51D}" type="presParOf" srcId="{08A767A2-446E-4B4E-B2D1-80F9A4E3E373}" destId="{B624AE29-5AE2-47B8-8042-324E0C90A0D3}" srcOrd="0" destOrd="0" presId="urn:microsoft.com/office/officeart/2024/layout/HorizontalActionList"/>
    <dgm:cxn modelId="{50604935-54CE-4849-9C3B-874CE03B285E}" type="presParOf" srcId="{08A767A2-446E-4B4E-B2D1-80F9A4E3E373}" destId="{255FC6E6-95F8-4881-821D-902F62A8ED00}" srcOrd="1" destOrd="0" presId="urn:microsoft.com/office/officeart/2024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B49BC5-C877-4147-B8FB-9F5041DEEFEB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CBACF5-819B-46E2-B014-81E2B1B332F8}">
      <dgm:prSet/>
      <dgm:spPr/>
      <dgm:t>
        <a:bodyPr/>
        <a:lstStyle/>
        <a:p>
          <a:r>
            <a:rPr lang="en-US"/>
            <a:t>Apply</a:t>
          </a:r>
        </a:p>
      </dgm:t>
    </dgm:pt>
    <dgm:pt modelId="{D35343AB-F1A1-4759-ABC9-8EC87D4A38E8}" type="parTrans" cxnId="{063CDE7F-9A0C-4CD9-8270-F21CB49AE729}">
      <dgm:prSet/>
      <dgm:spPr/>
      <dgm:t>
        <a:bodyPr/>
        <a:lstStyle/>
        <a:p>
          <a:endParaRPr lang="en-US"/>
        </a:p>
      </dgm:t>
    </dgm:pt>
    <dgm:pt modelId="{A145088E-BAC6-47FC-96C5-A69438706F69}" type="sibTrans" cxnId="{063CDE7F-9A0C-4CD9-8270-F21CB49AE729}">
      <dgm:prSet/>
      <dgm:spPr/>
      <dgm:t>
        <a:bodyPr/>
        <a:lstStyle/>
        <a:p>
          <a:endParaRPr lang="en-US"/>
        </a:p>
      </dgm:t>
    </dgm:pt>
    <dgm:pt modelId="{A83133DA-FA20-48F2-9991-335AC1D6C16B}">
      <dgm:prSet/>
      <dgm:spPr/>
      <dgm:t>
        <a:bodyPr/>
        <a:lstStyle/>
        <a:p>
          <a:r>
            <a:rPr lang="en-US" dirty="0"/>
            <a:t>Apply the principle of least privilege, most contributors only need read/write access to specific repos, not organization-wide admin rights.</a:t>
          </a:r>
        </a:p>
      </dgm:t>
    </dgm:pt>
    <dgm:pt modelId="{133C1D4F-60E6-41EA-AF22-2D19E97AD38E}" type="parTrans" cxnId="{7952CF9D-405D-45C4-BD78-834B19EA524F}">
      <dgm:prSet/>
      <dgm:spPr/>
      <dgm:t>
        <a:bodyPr/>
        <a:lstStyle/>
        <a:p>
          <a:endParaRPr lang="en-US"/>
        </a:p>
      </dgm:t>
    </dgm:pt>
    <dgm:pt modelId="{5C4AE23E-BBB7-46A0-B8D6-A811E88FD6D6}" type="sibTrans" cxnId="{7952CF9D-405D-45C4-BD78-834B19EA524F}">
      <dgm:prSet/>
      <dgm:spPr/>
      <dgm:t>
        <a:bodyPr/>
        <a:lstStyle/>
        <a:p>
          <a:endParaRPr lang="en-US"/>
        </a:p>
      </dgm:t>
    </dgm:pt>
    <dgm:pt modelId="{EF8981C5-407B-453F-BF3B-D8D747D033AB}">
      <dgm:prSet/>
      <dgm:spPr/>
      <dgm:t>
        <a:bodyPr/>
        <a:lstStyle/>
        <a:p>
          <a:r>
            <a:rPr lang="en-US"/>
            <a:t>Use</a:t>
          </a:r>
        </a:p>
      </dgm:t>
    </dgm:pt>
    <dgm:pt modelId="{0CD92661-17F7-46AE-96BF-6AE3BF9FE789}" type="parTrans" cxnId="{F6B60189-F029-41E8-B746-30F2A7A99E29}">
      <dgm:prSet/>
      <dgm:spPr/>
      <dgm:t>
        <a:bodyPr/>
        <a:lstStyle/>
        <a:p>
          <a:endParaRPr lang="en-US"/>
        </a:p>
      </dgm:t>
    </dgm:pt>
    <dgm:pt modelId="{FBADB9DC-311D-4A1B-ACEF-78A9421E4A53}" type="sibTrans" cxnId="{F6B60189-F029-41E8-B746-30F2A7A99E29}">
      <dgm:prSet/>
      <dgm:spPr/>
      <dgm:t>
        <a:bodyPr/>
        <a:lstStyle/>
        <a:p>
          <a:endParaRPr lang="en-US"/>
        </a:p>
      </dgm:t>
    </dgm:pt>
    <dgm:pt modelId="{E747E6BB-BF1E-45E4-B79A-C9070BA329E8}">
      <dgm:prSet/>
      <dgm:spPr/>
      <dgm:t>
        <a:bodyPr/>
        <a:lstStyle/>
        <a:p>
          <a:r>
            <a:rPr lang="en-US"/>
            <a:t>Use role-based access control (RBAC): GitLab's Guest / Reporter / Developer / Maintainer / Owner tiers are a good model for scoping what each role can actually do.</a:t>
          </a:r>
        </a:p>
      </dgm:t>
    </dgm:pt>
    <dgm:pt modelId="{304A1993-098F-4048-9346-40AB04F23CB8}" type="parTrans" cxnId="{72F88344-1F3D-4C72-B16B-35C5F4C22087}">
      <dgm:prSet/>
      <dgm:spPr/>
      <dgm:t>
        <a:bodyPr/>
        <a:lstStyle/>
        <a:p>
          <a:endParaRPr lang="en-US"/>
        </a:p>
      </dgm:t>
    </dgm:pt>
    <dgm:pt modelId="{92A8A76F-E155-4404-A37D-702C4E19AF66}" type="sibTrans" cxnId="{72F88344-1F3D-4C72-B16B-35C5F4C22087}">
      <dgm:prSet/>
      <dgm:spPr/>
      <dgm:t>
        <a:bodyPr/>
        <a:lstStyle/>
        <a:p>
          <a:endParaRPr lang="en-US"/>
        </a:p>
      </dgm:t>
    </dgm:pt>
    <dgm:pt modelId="{F071A36F-2EEA-4273-AD73-E129C0823398}">
      <dgm:prSet/>
      <dgm:spPr/>
      <dgm:t>
        <a:bodyPr/>
        <a:lstStyle/>
        <a:p>
          <a:r>
            <a:rPr lang="en-US"/>
            <a:t>Enforce</a:t>
          </a:r>
        </a:p>
      </dgm:t>
    </dgm:pt>
    <dgm:pt modelId="{48B0C1FE-1A24-4E02-B1B9-110F9C809506}" type="parTrans" cxnId="{9D7347B4-874D-46B1-9990-982838EA9AA9}">
      <dgm:prSet/>
      <dgm:spPr/>
      <dgm:t>
        <a:bodyPr/>
        <a:lstStyle/>
        <a:p>
          <a:endParaRPr lang="en-US"/>
        </a:p>
      </dgm:t>
    </dgm:pt>
    <dgm:pt modelId="{6C804086-3F43-4618-A082-0CA50B1B4C8C}" type="sibTrans" cxnId="{9D7347B4-874D-46B1-9990-982838EA9AA9}">
      <dgm:prSet/>
      <dgm:spPr/>
      <dgm:t>
        <a:bodyPr/>
        <a:lstStyle/>
        <a:p>
          <a:endParaRPr lang="en-US"/>
        </a:p>
      </dgm:t>
    </dgm:pt>
    <dgm:pt modelId="{7E6B1119-15B4-444B-82B0-4D18965C3E64}">
      <dgm:prSet/>
      <dgm:spPr/>
      <dgm:t>
        <a:bodyPr/>
        <a:lstStyle/>
        <a:p>
          <a:r>
            <a:rPr lang="en-US"/>
            <a:t>Enforce two-factor authentication (2FA) or SSO at the organization level rather than leaving it optional per repository.</a:t>
          </a:r>
        </a:p>
      </dgm:t>
    </dgm:pt>
    <dgm:pt modelId="{8B24ADAB-CB1E-4262-9451-355465D98C6F}" type="parTrans" cxnId="{2C55F332-E7F5-4458-8D26-2CB577441C52}">
      <dgm:prSet/>
      <dgm:spPr/>
      <dgm:t>
        <a:bodyPr/>
        <a:lstStyle/>
        <a:p>
          <a:endParaRPr lang="en-US"/>
        </a:p>
      </dgm:t>
    </dgm:pt>
    <dgm:pt modelId="{08D45184-38FE-4416-9263-3655CCBBAF11}" type="sibTrans" cxnId="{2C55F332-E7F5-4458-8D26-2CB577441C52}">
      <dgm:prSet/>
      <dgm:spPr/>
      <dgm:t>
        <a:bodyPr/>
        <a:lstStyle/>
        <a:p>
          <a:endParaRPr lang="en-US"/>
        </a:p>
      </dgm:t>
    </dgm:pt>
    <dgm:pt modelId="{68902FBF-2237-40FB-A069-1CAFB4B2328D}" type="pres">
      <dgm:prSet presAssocID="{C5B49BC5-C877-4147-B8FB-9F5041DEEFEB}" presName="Name0" presStyleCnt="0">
        <dgm:presLayoutVars>
          <dgm:dir/>
          <dgm:animLvl val="lvl"/>
          <dgm:resizeHandles val="exact"/>
        </dgm:presLayoutVars>
      </dgm:prSet>
      <dgm:spPr/>
    </dgm:pt>
    <dgm:pt modelId="{35DC30C6-FC79-4BF2-BB20-50F3777B2035}" type="pres">
      <dgm:prSet presAssocID="{21CBACF5-819B-46E2-B014-81E2B1B332F8}" presName="composite" presStyleCnt="0"/>
      <dgm:spPr/>
    </dgm:pt>
    <dgm:pt modelId="{3612DF20-9E3F-4149-8120-ED86271AE885}" type="pres">
      <dgm:prSet presAssocID="{21CBACF5-819B-46E2-B014-81E2B1B332F8}" presName="parTx" presStyleLbl="alignNode1" presStyleIdx="0" presStyleCnt="3">
        <dgm:presLayoutVars>
          <dgm:chMax val="0"/>
          <dgm:chPref val="0"/>
        </dgm:presLayoutVars>
      </dgm:prSet>
      <dgm:spPr/>
    </dgm:pt>
    <dgm:pt modelId="{50CDA1C7-7524-4DC4-9007-852808ADE91B}" type="pres">
      <dgm:prSet presAssocID="{21CBACF5-819B-46E2-B014-81E2B1B332F8}" presName="desTx" presStyleLbl="alignAccFollowNode1" presStyleIdx="0" presStyleCnt="3">
        <dgm:presLayoutVars/>
      </dgm:prSet>
      <dgm:spPr/>
    </dgm:pt>
    <dgm:pt modelId="{98722D8E-AB92-4663-8859-2996014B0137}" type="pres">
      <dgm:prSet presAssocID="{A145088E-BAC6-47FC-96C5-A69438706F69}" presName="space" presStyleCnt="0"/>
      <dgm:spPr/>
    </dgm:pt>
    <dgm:pt modelId="{3F603F6A-DDC9-46F6-9CA6-C19814D0D6FB}" type="pres">
      <dgm:prSet presAssocID="{EF8981C5-407B-453F-BF3B-D8D747D033AB}" presName="composite" presStyleCnt="0"/>
      <dgm:spPr/>
    </dgm:pt>
    <dgm:pt modelId="{9EF6351F-7F30-4D35-A627-1A18AF7891E8}" type="pres">
      <dgm:prSet presAssocID="{EF8981C5-407B-453F-BF3B-D8D747D033AB}" presName="parTx" presStyleLbl="alignNode1" presStyleIdx="1" presStyleCnt="3">
        <dgm:presLayoutVars>
          <dgm:chMax val="0"/>
          <dgm:chPref val="0"/>
        </dgm:presLayoutVars>
      </dgm:prSet>
      <dgm:spPr/>
    </dgm:pt>
    <dgm:pt modelId="{CFA3CB4E-9A6F-4DCE-8F35-ACB39F85B270}" type="pres">
      <dgm:prSet presAssocID="{EF8981C5-407B-453F-BF3B-D8D747D033AB}" presName="desTx" presStyleLbl="alignAccFollowNode1" presStyleIdx="1" presStyleCnt="3">
        <dgm:presLayoutVars/>
      </dgm:prSet>
      <dgm:spPr/>
    </dgm:pt>
    <dgm:pt modelId="{B9DD0CBA-8E3C-472B-8D48-9438B78D5777}" type="pres">
      <dgm:prSet presAssocID="{FBADB9DC-311D-4A1B-ACEF-78A9421E4A53}" presName="space" presStyleCnt="0"/>
      <dgm:spPr/>
    </dgm:pt>
    <dgm:pt modelId="{6FC96D6B-6B3B-403C-9FD5-067B68001A03}" type="pres">
      <dgm:prSet presAssocID="{F071A36F-2EEA-4273-AD73-E129C0823398}" presName="composite" presStyleCnt="0"/>
      <dgm:spPr/>
    </dgm:pt>
    <dgm:pt modelId="{602BB7A8-43BF-4A41-B2E9-5942D2E1E30A}" type="pres">
      <dgm:prSet presAssocID="{F071A36F-2EEA-4273-AD73-E129C0823398}" presName="parTx" presStyleLbl="alignNode1" presStyleIdx="2" presStyleCnt="3">
        <dgm:presLayoutVars>
          <dgm:chMax val="0"/>
          <dgm:chPref val="0"/>
        </dgm:presLayoutVars>
      </dgm:prSet>
      <dgm:spPr/>
    </dgm:pt>
    <dgm:pt modelId="{1AB60B1F-FFCB-4F46-A62E-9D53606F5B8C}" type="pres">
      <dgm:prSet presAssocID="{F071A36F-2EEA-4273-AD73-E129C0823398}" presName="desTx" presStyleLbl="alignAccFollowNode1" presStyleIdx="2" presStyleCnt="3">
        <dgm:presLayoutVars/>
      </dgm:prSet>
      <dgm:spPr/>
    </dgm:pt>
  </dgm:ptLst>
  <dgm:cxnLst>
    <dgm:cxn modelId="{2C55F332-E7F5-4458-8D26-2CB577441C52}" srcId="{F071A36F-2EEA-4273-AD73-E129C0823398}" destId="{7E6B1119-15B4-444B-82B0-4D18965C3E64}" srcOrd="0" destOrd="0" parTransId="{8B24ADAB-CB1E-4262-9451-355465D98C6F}" sibTransId="{08D45184-38FE-4416-9263-3655CCBBAF11}"/>
    <dgm:cxn modelId="{72F88344-1F3D-4C72-B16B-35C5F4C22087}" srcId="{EF8981C5-407B-453F-BF3B-D8D747D033AB}" destId="{E747E6BB-BF1E-45E4-B79A-C9070BA329E8}" srcOrd="0" destOrd="0" parTransId="{304A1993-098F-4048-9346-40AB04F23CB8}" sibTransId="{92A8A76F-E155-4404-A37D-702C4E19AF66}"/>
    <dgm:cxn modelId="{E6F96B50-3728-44BE-900C-BD23FD2EFE1D}" type="presOf" srcId="{A83133DA-FA20-48F2-9991-335AC1D6C16B}" destId="{50CDA1C7-7524-4DC4-9007-852808ADE91B}" srcOrd="0" destOrd="0" presId="urn:microsoft.com/office/officeart/2016/7/layout/HorizontalActionList"/>
    <dgm:cxn modelId="{063CDE7F-9A0C-4CD9-8270-F21CB49AE729}" srcId="{C5B49BC5-C877-4147-B8FB-9F5041DEEFEB}" destId="{21CBACF5-819B-46E2-B014-81E2B1B332F8}" srcOrd="0" destOrd="0" parTransId="{D35343AB-F1A1-4759-ABC9-8EC87D4A38E8}" sibTransId="{A145088E-BAC6-47FC-96C5-A69438706F69}"/>
    <dgm:cxn modelId="{F6B60189-F029-41E8-B746-30F2A7A99E29}" srcId="{C5B49BC5-C877-4147-B8FB-9F5041DEEFEB}" destId="{EF8981C5-407B-453F-BF3B-D8D747D033AB}" srcOrd="1" destOrd="0" parTransId="{0CD92661-17F7-46AE-96BF-6AE3BF9FE789}" sibTransId="{FBADB9DC-311D-4A1B-ACEF-78A9421E4A53}"/>
    <dgm:cxn modelId="{9EE3879B-C21D-4470-9FD7-1F55C968C4D2}" type="presOf" srcId="{21CBACF5-819B-46E2-B014-81E2B1B332F8}" destId="{3612DF20-9E3F-4149-8120-ED86271AE885}" srcOrd="0" destOrd="0" presId="urn:microsoft.com/office/officeart/2016/7/layout/HorizontalActionList"/>
    <dgm:cxn modelId="{7952CF9D-405D-45C4-BD78-834B19EA524F}" srcId="{21CBACF5-819B-46E2-B014-81E2B1B332F8}" destId="{A83133DA-FA20-48F2-9991-335AC1D6C16B}" srcOrd="0" destOrd="0" parTransId="{133C1D4F-60E6-41EA-AF22-2D19E97AD38E}" sibTransId="{5C4AE23E-BBB7-46A0-B8D6-A811E88FD6D6}"/>
    <dgm:cxn modelId="{9D7347B4-874D-46B1-9990-982838EA9AA9}" srcId="{C5B49BC5-C877-4147-B8FB-9F5041DEEFEB}" destId="{F071A36F-2EEA-4273-AD73-E129C0823398}" srcOrd="2" destOrd="0" parTransId="{48B0C1FE-1A24-4E02-B1B9-110F9C809506}" sibTransId="{6C804086-3F43-4618-A082-0CA50B1B4C8C}"/>
    <dgm:cxn modelId="{56334CC3-9989-484D-AD29-1AD7F2F02F97}" type="presOf" srcId="{EF8981C5-407B-453F-BF3B-D8D747D033AB}" destId="{9EF6351F-7F30-4D35-A627-1A18AF7891E8}" srcOrd="0" destOrd="0" presId="urn:microsoft.com/office/officeart/2016/7/layout/HorizontalActionList"/>
    <dgm:cxn modelId="{97CD10D9-AD08-4AAB-8F7A-4858FC8F28F4}" type="presOf" srcId="{E747E6BB-BF1E-45E4-B79A-C9070BA329E8}" destId="{CFA3CB4E-9A6F-4DCE-8F35-ACB39F85B270}" srcOrd="0" destOrd="0" presId="urn:microsoft.com/office/officeart/2016/7/layout/HorizontalActionList"/>
    <dgm:cxn modelId="{196D02E7-19B2-4FF0-8A56-5F34E2ED7203}" type="presOf" srcId="{7E6B1119-15B4-444B-82B0-4D18965C3E64}" destId="{1AB60B1F-FFCB-4F46-A62E-9D53606F5B8C}" srcOrd="0" destOrd="0" presId="urn:microsoft.com/office/officeart/2016/7/layout/HorizontalActionList"/>
    <dgm:cxn modelId="{451C57EF-2360-46B9-84BB-A7DCD9D1DA60}" type="presOf" srcId="{F071A36F-2EEA-4273-AD73-E129C0823398}" destId="{602BB7A8-43BF-4A41-B2E9-5942D2E1E30A}" srcOrd="0" destOrd="0" presId="urn:microsoft.com/office/officeart/2016/7/layout/HorizontalActionList"/>
    <dgm:cxn modelId="{68E918FD-9823-495A-A07F-44070AF3152E}" type="presOf" srcId="{C5B49BC5-C877-4147-B8FB-9F5041DEEFEB}" destId="{68902FBF-2237-40FB-A069-1CAFB4B2328D}" srcOrd="0" destOrd="0" presId="urn:microsoft.com/office/officeart/2016/7/layout/HorizontalActionList"/>
    <dgm:cxn modelId="{623EB4C3-3BE7-49B5-82E1-860BA5BC9C70}" type="presParOf" srcId="{68902FBF-2237-40FB-A069-1CAFB4B2328D}" destId="{35DC30C6-FC79-4BF2-BB20-50F3777B2035}" srcOrd="0" destOrd="0" presId="urn:microsoft.com/office/officeart/2016/7/layout/HorizontalActionList"/>
    <dgm:cxn modelId="{E871E985-7F60-42D7-9449-A36CA6045E02}" type="presParOf" srcId="{35DC30C6-FC79-4BF2-BB20-50F3777B2035}" destId="{3612DF20-9E3F-4149-8120-ED86271AE885}" srcOrd="0" destOrd="0" presId="urn:microsoft.com/office/officeart/2016/7/layout/HorizontalActionList"/>
    <dgm:cxn modelId="{F8396139-F4DE-4832-B3F3-656DE13D69C9}" type="presParOf" srcId="{35DC30C6-FC79-4BF2-BB20-50F3777B2035}" destId="{50CDA1C7-7524-4DC4-9007-852808ADE91B}" srcOrd="1" destOrd="0" presId="urn:microsoft.com/office/officeart/2016/7/layout/HorizontalActionList"/>
    <dgm:cxn modelId="{53F19D3E-A81C-4189-AE8E-33126408CFC9}" type="presParOf" srcId="{68902FBF-2237-40FB-A069-1CAFB4B2328D}" destId="{98722D8E-AB92-4663-8859-2996014B0137}" srcOrd="1" destOrd="0" presId="urn:microsoft.com/office/officeart/2016/7/layout/HorizontalActionList"/>
    <dgm:cxn modelId="{DEFFCF6D-5E12-4D52-879D-F9EAEFCC073E}" type="presParOf" srcId="{68902FBF-2237-40FB-A069-1CAFB4B2328D}" destId="{3F603F6A-DDC9-46F6-9CA6-C19814D0D6FB}" srcOrd="2" destOrd="0" presId="urn:microsoft.com/office/officeart/2016/7/layout/HorizontalActionList"/>
    <dgm:cxn modelId="{C06703E7-A0AD-48C8-9118-34F00B7887E4}" type="presParOf" srcId="{3F603F6A-DDC9-46F6-9CA6-C19814D0D6FB}" destId="{9EF6351F-7F30-4D35-A627-1A18AF7891E8}" srcOrd="0" destOrd="0" presId="urn:microsoft.com/office/officeart/2016/7/layout/HorizontalActionList"/>
    <dgm:cxn modelId="{73DB7C9E-F27A-4251-8146-35F13DC46589}" type="presParOf" srcId="{3F603F6A-DDC9-46F6-9CA6-C19814D0D6FB}" destId="{CFA3CB4E-9A6F-4DCE-8F35-ACB39F85B270}" srcOrd="1" destOrd="0" presId="urn:microsoft.com/office/officeart/2016/7/layout/HorizontalActionList"/>
    <dgm:cxn modelId="{35278136-A844-4471-9684-072009B30F8E}" type="presParOf" srcId="{68902FBF-2237-40FB-A069-1CAFB4B2328D}" destId="{B9DD0CBA-8E3C-472B-8D48-9438B78D5777}" srcOrd="3" destOrd="0" presId="urn:microsoft.com/office/officeart/2016/7/layout/HorizontalActionList"/>
    <dgm:cxn modelId="{06414D42-7DA9-4687-9E56-6F16C6DB79D5}" type="presParOf" srcId="{68902FBF-2237-40FB-A069-1CAFB4B2328D}" destId="{6FC96D6B-6B3B-403C-9FD5-067B68001A03}" srcOrd="4" destOrd="0" presId="urn:microsoft.com/office/officeart/2016/7/layout/HorizontalActionList"/>
    <dgm:cxn modelId="{BA3E3CC9-217A-4D66-B42B-4EF3B214A1F2}" type="presParOf" srcId="{6FC96D6B-6B3B-403C-9FD5-067B68001A03}" destId="{602BB7A8-43BF-4A41-B2E9-5942D2E1E30A}" srcOrd="0" destOrd="0" presId="urn:microsoft.com/office/officeart/2016/7/layout/HorizontalActionList"/>
    <dgm:cxn modelId="{E5E1A3E7-5787-449C-9D4A-AC8B45274373}" type="presParOf" srcId="{6FC96D6B-6B3B-403C-9FD5-067B68001A03}" destId="{1AB60B1F-FFCB-4F46-A62E-9D53606F5B8C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6F301F-7861-4BF8-8420-4FD3C91672F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A743AB-CB0E-4FC1-9798-016B1C60D3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Protect key branches (main/master) so no one can push directly, changes have to come through a pull or merge request instead.</a:t>
          </a:r>
        </a:p>
      </dgm:t>
    </dgm:pt>
    <dgm:pt modelId="{924F2D30-42A6-4D6F-8729-1F7587C384E4}" type="parTrans" cxnId="{AD48196C-3EBF-427D-B9B1-680DCD5069E8}">
      <dgm:prSet/>
      <dgm:spPr/>
      <dgm:t>
        <a:bodyPr/>
        <a:lstStyle/>
        <a:p>
          <a:endParaRPr lang="en-US"/>
        </a:p>
      </dgm:t>
    </dgm:pt>
    <dgm:pt modelId="{D783E992-04C0-4D1B-8172-94DB2185F55E}" type="sibTrans" cxnId="{AD48196C-3EBF-427D-B9B1-680DCD5069E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4939842-36FE-429C-B17E-8CC76619D3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Require at least one approval from another reviewer before a merge request can be merged, which catches mistakes and adds a second set of eyes on every change.</a:t>
          </a:r>
        </a:p>
      </dgm:t>
    </dgm:pt>
    <dgm:pt modelId="{F62544A9-7626-4389-835B-96AE42DC0A96}" type="parTrans" cxnId="{8616CE66-2E7D-4EBC-8540-9DED309DB432}">
      <dgm:prSet/>
      <dgm:spPr/>
      <dgm:t>
        <a:bodyPr/>
        <a:lstStyle/>
        <a:p>
          <a:endParaRPr lang="en-US"/>
        </a:p>
      </dgm:t>
    </dgm:pt>
    <dgm:pt modelId="{0B742379-A292-4795-8763-B38FFC5D85A4}" type="sibTrans" cxnId="{8616CE66-2E7D-4EBC-8540-9DED309DB43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74E4DCD-8A9F-4DDD-8B5F-F5218755D2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signed commits to cryptographically verify that a commit really came from who it claims to, which helps preserve trust in the project's history.</a:t>
          </a:r>
        </a:p>
      </dgm:t>
    </dgm:pt>
    <dgm:pt modelId="{34A7B9E5-9AC3-4FCE-94A8-4772F14C54D1}" type="parTrans" cxnId="{2AECA67E-2E14-42F5-AFDB-C8BD1887A095}">
      <dgm:prSet/>
      <dgm:spPr/>
      <dgm:t>
        <a:bodyPr/>
        <a:lstStyle/>
        <a:p>
          <a:endParaRPr lang="en-US"/>
        </a:p>
      </dgm:t>
    </dgm:pt>
    <dgm:pt modelId="{34D097C3-F00F-423D-84E6-AC558E2C0765}" type="sibTrans" cxnId="{2AECA67E-2E14-42F5-AFDB-C8BD1887A095}">
      <dgm:prSet/>
      <dgm:spPr/>
      <dgm:t>
        <a:bodyPr/>
        <a:lstStyle/>
        <a:p>
          <a:endParaRPr lang="en-US"/>
        </a:p>
      </dgm:t>
    </dgm:pt>
    <dgm:pt modelId="{53A8CDCE-7AA5-474E-A679-51A23ECA373B}" type="pres">
      <dgm:prSet presAssocID="{F86F301F-7861-4BF8-8420-4FD3C91672F3}" presName="root" presStyleCnt="0">
        <dgm:presLayoutVars>
          <dgm:dir/>
          <dgm:resizeHandles val="exact"/>
        </dgm:presLayoutVars>
      </dgm:prSet>
      <dgm:spPr/>
    </dgm:pt>
    <dgm:pt modelId="{EE5B0DFF-C21A-4154-9D84-726136DBA712}" type="pres">
      <dgm:prSet presAssocID="{F86F301F-7861-4BF8-8420-4FD3C91672F3}" presName="container" presStyleCnt="0">
        <dgm:presLayoutVars>
          <dgm:dir/>
          <dgm:resizeHandles val="exact"/>
        </dgm:presLayoutVars>
      </dgm:prSet>
      <dgm:spPr/>
    </dgm:pt>
    <dgm:pt modelId="{90669ABB-3AC6-4D74-8CAF-AF5738BB0CF3}" type="pres">
      <dgm:prSet presAssocID="{FAA743AB-CB0E-4FC1-9798-016B1C60D347}" presName="compNode" presStyleCnt="0"/>
      <dgm:spPr/>
    </dgm:pt>
    <dgm:pt modelId="{93BCA0CD-3600-46E8-9B54-2AD61BF81E8E}" type="pres">
      <dgm:prSet presAssocID="{FAA743AB-CB0E-4FC1-9798-016B1C60D347}" presName="iconBgRect" presStyleLbl="bgShp" presStyleIdx="0" presStyleCnt="3"/>
      <dgm:spPr/>
    </dgm:pt>
    <dgm:pt modelId="{617C32EE-AB75-444B-9635-0901461F84B9}" type="pres">
      <dgm:prSet presAssocID="{FAA743AB-CB0E-4FC1-9798-016B1C60D34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6D30E07F-E196-4662-80A3-3764850BB4A9}" type="pres">
      <dgm:prSet presAssocID="{FAA743AB-CB0E-4FC1-9798-016B1C60D347}" presName="spaceRect" presStyleCnt="0"/>
      <dgm:spPr/>
    </dgm:pt>
    <dgm:pt modelId="{BA3210F8-730B-48F6-AE6E-19EE526CA142}" type="pres">
      <dgm:prSet presAssocID="{FAA743AB-CB0E-4FC1-9798-016B1C60D347}" presName="textRect" presStyleLbl="revTx" presStyleIdx="0" presStyleCnt="3">
        <dgm:presLayoutVars>
          <dgm:chMax val="1"/>
          <dgm:chPref val="1"/>
        </dgm:presLayoutVars>
      </dgm:prSet>
      <dgm:spPr/>
    </dgm:pt>
    <dgm:pt modelId="{8457E5B8-4214-441C-A62B-A18EC855E166}" type="pres">
      <dgm:prSet presAssocID="{D783E992-04C0-4D1B-8172-94DB2185F55E}" presName="sibTrans" presStyleLbl="sibTrans2D1" presStyleIdx="0" presStyleCnt="0"/>
      <dgm:spPr/>
    </dgm:pt>
    <dgm:pt modelId="{9F33E236-805B-4F24-9CD7-19EBFB3F56A6}" type="pres">
      <dgm:prSet presAssocID="{B4939842-36FE-429C-B17E-8CC76619D38A}" presName="compNode" presStyleCnt="0"/>
      <dgm:spPr/>
    </dgm:pt>
    <dgm:pt modelId="{02AEF0DB-1CDC-47A0-8580-10CAEBF93B28}" type="pres">
      <dgm:prSet presAssocID="{B4939842-36FE-429C-B17E-8CC76619D38A}" presName="iconBgRect" presStyleLbl="bgShp" presStyleIdx="1" presStyleCnt="3"/>
      <dgm:spPr/>
    </dgm:pt>
    <dgm:pt modelId="{1A0F8370-1646-43B5-8F54-74BFD5EBE5F4}" type="pres">
      <dgm:prSet presAssocID="{B4939842-36FE-429C-B17E-8CC76619D38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ADB9B52F-16DD-4057-8B46-1C00F7BBE041}" type="pres">
      <dgm:prSet presAssocID="{B4939842-36FE-429C-B17E-8CC76619D38A}" presName="spaceRect" presStyleCnt="0"/>
      <dgm:spPr/>
    </dgm:pt>
    <dgm:pt modelId="{E2AC1A98-C699-4DFD-9BB0-8C02BC1C5E93}" type="pres">
      <dgm:prSet presAssocID="{B4939842-36FE-429C-B17E-8CC76619D38A}" presName="textRect" presStyleLbl="revTx" presStyleIdx="1" presStyleCnt="3">
        <dgm:presLayoutVars>
          <dgm:chMax val="1"/>
          <dgm:chPref val="1"/>
        </dgm:presLayoutVars>
      </dgm:prSet>
      <dgm:spPr/>
    </dgm:pt>
    <dgm:pt modelId="{A928DB3F-BE63-4F9F-9F09-F9B23D5B3191}" type="pres">
      <dgm:prSet presAssocID="{0B742379-A292-4795-8763-B38FFC5D85A4}" presName="sibTrans" presStyleLbl="sibTrans2D1" presStyleIdx="0" presStyleCnt="0"/>
      <dgm:spPr/>
    </dgm:pt>
    <dgm:pt modelId="{B16CBBAA-A0F5-4C04-8942-BDF6FA9D6457}" type="pres">
      <dgm:prSet presAssocID="{A74E4DCD-8A9F-4DDD-8B5F-F5218755D220}" presName="compNode" presStyleCnt="0"/>
      <dgm:spPr/>
    </dgm:pt>
    <dgm:pt modelId="{6FAA2F9D-72CC-4DC1-B334-F97EFEA55A40}" type="pres">
      <dgm:prSet presAssocID="{A74E4DCD-8A9F-4DDD-8B5F-F5218755D220}" presName="iconBgRect" presStyleLbl="bgShp" presStyleIdx="2" presStyleCnt="3"/>
      <dgm:spPr/>
    </dgm:pt>
    <dgm:pt modelId="{F3C2EF7F-0935-4042-8296-C821B1CAC519}" type="pres">
      <dgm:prSet presAssocID="{A74E4DCD-8A9F-4DDD-8B5F-F5218755D22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7DEA35F-FD7F-43B4-8319-A7F3B85E21EA}" type="pres">
      <dgm:prSet presAssocID="{A74E4DCD-8A9F-4DDD-8B5F-F5218755D220}" presName="spaceRect" presStyleCnt="0"/>
      <dgm:spPr/>
    </dgm:pt>
    <dgm:pt modelId="{67FDC51E-863B-4C12-BFC8-A810C386E0F6}" type="pres">
      <dgm:prSet presAssocID="{A74E4DCD-8A9F-4DDD-8B5F-F5218755D22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BF0D320-340E-40C2-AB3B-C8566E5237FA}" type="presOf" srcId="{A74E4DCD-8A9F-4DDD-8B5F-F5218755D220}" destId="{67FDC51E-863B-4C12-BFC8-A810C386E0F6}" srcOrd="0" destOrd="0" presId="urn:microsoft.com/office/officeart/2018/2/layout/IconCircleList"/>
    <dgm:cxn modelId="{64E5903D-637A-4EBA-A6C9-E73813B36969}" type="presOf" srcId="{B4939842-36FE-429C-B17E-8CC76619D38A}" destId="{E2AC1A98-C699-4DFD-9BB0-8C02BC1C5E93}" srcOrd="0" destOrd="0" presId="urn:microsoft.com/office/officeart/2018/2/layout/IconCircleList"/>
    <dgm:cxn modelId="{8616CE66-2E7D-4EBC-8540-9DED309DB432}" srcId="{F86F301F-7861-4BF8-8420-4FD3C91672F3}" destId="{B4939842-36FE-429C-B17E-8CC76619D38A}" srcOrd="1" destOrd="0" parTransId="{F62544A9-7626-4389-835B-96AE42DC0A96}" sibTransId="{0B742379-A292-4795-8763-B38FFC5D85A4}"/>
    <dgm:cxn modelId="{AD48196C-3EBF-427D-B9B1-680DCD5069E8}" srcId="{F86F301F-7861-4BF8-8420-4FD3C91672F3}" destId="{FAA743AB-CB0E-4FC1-9798-016B1C60D347}" srcOrd="0" destOrd="0" parTransId="{924F2D30-42A6-4D6F-8729-1F7587C384E4}" sibTransId="{D783E992-04C0-4D1B-8172-94DB2185F55E}"/>
    <dgm:cxn modelId="{2AECA67E-2E14-42F5-AFDB-C8BD1887A095}" srcId="{F86F301F-7861-4BF8-8420-4FD3C91672F3}" destId="{A74E4DCD-8A9F-4DDD-8B5F-F5218755D220}" srcOrd="2" destOrd="0" parTransId="{34A7B9E5-9AC3-4FCE-94A8-4772F14C54D1}" sibTransId="{34D097C3-F00F-423D-84E6-AC558E2C0765}"/>
    <dgm:cxn modelId="{CF10B67E-9E64-4E6D-B80E-AE8258473DFA}" type="presOf" srcId="{0B742379-A292-4795-8763-B38FFC5D85A4}" destId="{A928DB3F-BE63-4F9F-9F09-F9B23D5B3191}" srcOrd="0" destOrd="0" presId="urn:microsoft.com/office/officeart/2018/2/layout/IconCircleList"/>
    <dgm:cxn modelId="{18F01AB7-87BD-44ED-904D-BC4478DDD7C4}" type="presOf" srcId="{FAA743AB-CB0E-4FC1-9798-016B1C60D347}" destId="{BA3210F8-730B-48F6-AE6E-19EE526CA142}" srcOrd="0" destOrd="0" presId="urn:microsoft.com/office/officeart/2018/2/layout/IconCircleList"/>
    <dgm:cxn modelId="{7176C1C8-6419-4A78-8AD9-5979FEA2DC19}" type="presOf" srcId="{D783E992-04C0-4D1B-8172-94DB2185F55E}" destId="{8457E5B8-4214-441C-A62B-A18EC855E166}" srcOrd="0" destOrd="0" presId="urn:microsoft.com/office/officeart/2018/2/layout/IconCircleList"/>
    <dgm:cxn modelId="{F7F558F7-411E-4E3A-9F12-95B9A896F20E}" type="presOf" srcId="{F86F301F-7861-4BF8-8420-4FD3C91672F3}" destId="{53A8CDCE-7AA5-474E-A679-51A23ECA373B}" srcOrd="0" destOrd="0" presId="urn:microsoft.com/office/officeart/2018/2/layout/IconCircleList"/>
    <dgm:cxn modelId="{100F02BE-C35D-4670-922F-FAFDBC05E990}" type="presParOf" srcId="{53A8CDCE-7AA5-474E-A679-51A23ECA373B}" destId="{EE5B0DFF-C21A-4154-9D84-726136DBA712}" srcOrd="0" destOrd="0" presId="urn:microsoft.com/office/officeart/2018/2/layout/IconCircleList"/>
    <dgm:cxn modelId="{5014A4DD-D644-4217-8F1B-D5CF6EC3360E}" type="presParOf" srcId="{EE5B0DFF-C21A-4154-9D84-726136DBA712}" destId="{90669ABB-3AC6-4D74-8CAF-AF5738BB0CF3}" srcOrd="0" destOrd="0" presId="urn:microsoft.com/office/officeart/2018/2/layout/IconCircleList"/>
    <dgm:cxn modelId="{66CF9686-6BD5-4E8B-BE06-DEF8D8DAB465}" type="presParOf" srcId="{90669ABB-3AC6-4D74-8CAF-AF5738BB0CF3}" destId="{93BCA0CD-3600-46E8-9B54-2AD61BF81E8E}" srcOrd="0" destOrd="0" presId="urn:microsoft.com/office/officeart/2018/2/layout/IconCircleList"/>
    <dgm:cxn modelId="{9B3FF422-6445-486D-990F-774125459718}" type="presParOf" srcId="{90669ABB-3AC6-4D74-8CAF-AF5738BB0CF3}" destId="{617C32EE-AB75-444B-9635-0901461F84B9}" srcOrd="1" destOrd="0" presId="urn:microsoft.com/office/officeart/2018/2/layout/IconCircleList"/>
    <dgm:cxn modelId="{13FB51B9-B51E-47AE-82FB-7F776B4B16F1}" type="presParOf" srcId="{90669ABB-3AC6-4D74-8CAF-AF5738BB0CF3}" destId="{6D30E07F-E196-4662-80A3-3764850BB4A9}" srcOrd="2" destOrd="0" presId="urn:microsoft.com/office/officeart/2018/2/layout/IconCircleList"/>
    <dgm:cxn modelId="{BEE494B5-458F-4AC8-9C5D-341D8201B9B7}" type="presParOf" srcId="{90669ABB-3AC6-4D74-8CAF-AF5738BB0CF3}" destId="{BA3210F8-730B-48F6-AE6E-19EE526CA142}" srcOrd="3" destOrd="0" presId="urn:microsoft.com/office/officeart/2018/2/layout/IconCircleList"/>
    <dgm:cxn modelId="{C9D01932-FDA3-42B1-A904-AA5CC35D7D83}" type="presParOf" srcId="{EE5B0DFF-C21A-4154-9D84-726136DBA712}" destId="{8457E5B8-4214-441C-A62B-A18EC855E166}" srcOrd="1" destOrd="0" presId="urn:microsoft.com/office/officeart/2018/2/layout/IconCircleList"/>
    <dgm:cxn modelId="{092C7E65-C42E-41BB-A56D-AEB0F483F2C0}" type="presParOf" srcId="{EE5B0DFF-C21A-4154-9D84-726136DBA712}" destId="{9F33E236-805B-4F24-9CD7-19EBFB3F56A6}" srcOrd="2" destOrd="0" presId="urn:microsoft.com/office/officeart/2018/2/layout/IconCircleList"/>
    <dgm:cxn modelId="{5CCC21BF-7099-4228-A02C-65644D4D6F53}" type="presParOf" srcId="{9F33E236-805B-4F24-9CD7-19EBFB3F56A6}" destId="{02AEF0DB-1CDC-47A0-8580-10CAEBF93B28}" srcOrd="0" destOrd="0" presId="urn:microsoft.com/office/officeart/2018/2/layout/IconCircleList"/>
    <dgm:cxn modelId="{DC820CCB-3CDC-40E4-BDB8-B96077B1FBE3}" type="presParOf" srcId="{9F33E236-805B-4F24-9CD7-19EBFB3F56A6}" destId="{1A0F8370-1646-43B5-8F54-74BFD5EBE5F4}" srcOrd="1" destOrd="0" presId="urn:microsoft.com/office/officeart/2018/2/layout/IconCircleList"/>
    <dgm:cxn modelId="{27B85CA0-254D-4345-B625-C0609A1C8573}" type="presParOf" srcId="{9F33E236-805B-4F24-9CD7-19EBFB3F56A6}" destId="{ADB9B52F-16DD-4057-8B46-1C00F7BBE041}" srcOrd="2" destOrd="0" presId="urn:microsoft.com/office/officeart/2018/2/layout/IconCircleList"/>
    <dgm:cxn modelId="{EE416CF0-3D73-42D9-9285-AC482A27231A}" type="presParOf" srcId="{9F33E236-805B-4F24-9CD7-19EBFB3F56A6}" destId="{E2AC1A98-C699-4DFD-9BB0-8C02BC1C5E93}" srcOrd="3" destOrd="0" presId="urn:microsoft.com/office/officeart/2018/2/layout/IconCircleList"/>
    <dgm:cxn modelId="{2F7BCFCC-803D-4B24-B0C3-74EA2EFAED1B}" type="presParOf" srcId="{EE5B0DFF-C21A-4154-9D84-726136DBA712}" destId="{A928DB3F-BE63-4F9F-9F09-F9B23D5B3191}" srcOrd="3" destOrd="0" presId="urn:microsoft.com/office/officeart/2018/2/layout/IconCircleList"/>
    <dgm:cxn modelId="{3BBE8C5E-A617-4178-A7EE-580E766FF097}" type="presParOf" srcId="{EE5B0DFF-C21A-4154-9D84-726136DBA712}" destId="{B16CBBAA-A0F5-4C04-8942-BDF6FA9D6457}" srcOrd="4" destOrd="0" presId="urn:microsoft.com/office/officeart/2018/2/layout/IconCircleList"/>
    <dgm:cxn modelId="{EE801A26-CD26-428D-AE33-59EB5CFC2DA7}" type="presParOf" srcId="{B16CBBAA-A0F5-4C04-8942-BDF6FA9D6457}" destId="{6FAA2F9D-72CC-4DC1-B334-F97EFEA55A40}" srcOrd="0" destOrd="0" presId="urn:microsoft.com/office/officeart/2018/2/layout/IconCircleList"/>
    <dgm:cxn modelId="{765A146C-4E04-436C-8F06-17A772094F63}" type="presParOf" srcId="{B16CBBAA-A0F5-4C04-8942-BDF6FA9D6457}" destId="{F3C2EF7F-0935-4042-8296-C821B1CAC519}" srcOrd="1" destOrd="0" presId="urn:microsoft.com/office/officeart/2018/2/layout/IconCircleList"/>
    <dgm:cxn modelId="{3FC10977-5124-4316-9AB7-C235A479A79E}" type="presParOf" srcId="{B16CBBAA-A0F5-4C04-8942-BDF6FA9D6457}" destId="{27DEA35F-FD7F-43B4-8319-A7F3B85E21EA}" srcOrd="2" destOrd="0" presId="urn:microsoft.com/office/officeart/2018/2/layout/IconCircleList"/>
    <dgm:cxn modelId="{7C08AF22-5C14-42D7-8497-15946F345429}" type="presParOf" srcId="{B16CBBAA-A0F5-4C04-8942-BDF6FA9D6457}" destId="{67FDC51E-863B-4C12-BFC8-A810C386E0F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72D91E-10D5-4BE8-BDEF-997646F10EEE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AF559E-467F-418D-BBA0-F6472B7E4F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Never commit API keys, passwords, or tokens directly into source code. Once something is committed, it lives in the repo's history even if it's deleted later.</a:t>
          </a:r>
        </a:p>
      </dgm:t>
    </dgm:pt>
    <dgm:pt modelId="{F051CC1C-BC27-4DC6-B9F8-0831E64B8197}" type="parTrans" cxnId="{0521AA9A-D53C-4D86-824C-5C4312620462}">
      <dgm:prSet/>
      <dgm:spPr/>
      <dgm:t>
        <a:bodyPr/>
        <a:lstStyle/>
        <a:p>
          <a:endParaRPr lang="en-US"/>
        </a:p>
      </dgm:t>
    </dgm:pt>
    <dgm:pt modelId="{A9D7A29B-5968-4935-9F8C-BB90DEB6AD31}" type="sibTrans" cxnId="{0521AA9A-D53C-4D86-824C-5C431262046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34D78A4-998C-457B-9006-C4F7100462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Store sensitive values in environment variables, a secrets manager, or a platform's built-in secret store (like GitHub Secrets) instead of a config file in the repo.</a:t>
          </a:r>
        </a:p>
      </dgm:t>
    </dgm:pt>
    <dgm:pt modelId="{476B526C-0D9B-4005-92E9-B3DD5DB07749}" type="parTrans" cxnId="{159022EB-E3A4-44B7-AB5D-433A1C5F4A1B}">
      <dgm:prSet/>
      <dgm:spPr/>
      <dgm:t>
        <a:bodyPr/>
        <a:lstStyle/>
        <a:p>
          <a:endParaRPr lang="en-US"/>
        </a:p>
      </dgm:t>
    </dgm:pt>
    <dgm:pt modelId="{B84060C8-A34B-4C28-9A61-5C611D2A518A}" type="sibTrans" cxnId="{159022EB-E3A4-44B7-AB5D-433A1C5F4A1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AD74374-2CC2-4089-A773-1AD6765879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Run pre-commit and periodic scanning tools such as git-secrets or </a:t>
          </a:r>
          <a:r>
            <a:rPr lang="en-US" dirty="0" err="1"/>
            <a:t>TruffleHog</a:t>
          </a:r>
          <a:r>
            <a:rPr lang="en-US" dirty="0"/>
            <a:t> to catch secrets before or after they land in the repository.</a:t>
          </a:r>
        </a:p>
      </dgm:t>
    </dgm:pt>
    <dgm:pt modelId="{76EDE449-01F9-421B-8AA0-CE1D50767706}" type="parTrans" cxnId="{5892388B-3DAE-4063-945E-117E5E174BFA}">
      <dgm:prSet/>
      <dgm:spPr/>
      <dgm:t>
        <a:bodyPr/>
        <a:lstStyle/>
        <a:p>
          <a:endParaRPr lang="en-US"/>
        </a:p>
      </dgm:t>
    </dgm:pt>
    <dgm:pt modelId="{35B2777A-0909-4E6D-8EB2-C93154171145}" type="sibTrans" cxnId="{5892388B-3DAE-4063-945E-117E5E174BFA}">
      <dgm:prSet/>
      <dgm:spPr/>
      <dgm:t>
        <a:bodyPr/>
        <a:lstStyle/>
        <a:p>
          <a:endParaRPr lang="en-US"/>
        </a:p>
      </dgm:t>
    </dgm:pt>
    <dgm:pt modelId="{75B54C00-894A-484F-8741-292C6F48F1A2}" type="pres">
      <dgm:prSet presAssocID="{D872D91E-10D5-4BE8-BDEF-997646F10EEE}" presName="root" presStyleCnt="0">
        <dgm:presLayoutVars>
          <dgm:dir/>
          <dgm:resizeHandles val="exact"/>
        </dgm:presLayoutVars>
      </dgm:prSet>
      <dgm:spPr/>
    </dgm:pt>
    <dgm:pt modelId="{692CDA43-95BB-4E88-BBE6-8062745DCE47}" type="pres">
      <dgm:prSet presAssocID="{D872D91E-10D5-4BE8-BDEF-997646F10EEE}" presName="container" presStyleCnt="0">
        <dgm:presLayoutVars>
          <dgm:dir/>
          <dgm:resizeHandles val="exact"/>
        </dgm:presLayoutVars>
      </dgm:prSet>
      <dgm:spPr/>
    </dgm:pt>
    <dgm:pt modelId="{DE0842C2-F59E-4A56-98B5-CB87CB021F34}" type="pres">
      <dgm:prSet presAssocID="{DEAF559E-467F-418D-BBA0-F6472B7E4F00}" presName="compNode" presStyleCnt="0"/>
      <dgm:spPr/>
    </dgm:pt>
    <dgm:pt modelId="{D75E0F6E-6CDF-4E54-AE55-93C093CD82F9}" type="pres">
      <dgm:prSet presAssocID="{DEAF559E-467F-418D-BBA0-F6472B7E4F00}" presName="iconBgRect" presStyleLbl="bgShp" presStyleIdx="0" presStyleCnt="3"/>
      <dgm:spPr/>
    </dgm:pt>
    <dgm:pt modelId="{7E3BB1B5-792D-4384-968F-D5E42DB43282}" type="pres">
      <dgm:prSet presAssocID="{DEAF559E-467F-418D-BBA0-F6472B7E4F0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F4596B3-81AB-460C-A413-B79487E625AF}" type="pres">
      <dgm:prSet presAssocID="{DEAF559E-467F-418D-BBA0-F6472B7E4F00}" presName="spaceRect" presStyleCnt="0"/>
      <dgm:spPr/>
    </dgm:pt>
    <dgm:pt modelId="{2819B5ED-A233-490F-92A4-0FD53061C56A}" type="pres">
      <dgm:prSet presAssocID="{DEAF559E-467F-418D-BBA0-F6472B7E4F00}" presName="textRect" presStyleLbl="revTx" presStyleIdx="0" presStyleCnt="3">
        <dgm:presLayoutVars>
          <dgm:chMax val="1"/>
          <dgm:chPref val="1"/>
        </dgm:presLayoutVars>
      </dgm:prSet>
      <dgm:spPr/>
    </dgm:pt>
    <dgm:pt modelId="{0CBF3172-6DD7-452A-B134-8C0116945C44}" type="pres">
      <dgm:prSet presAssocID="{A9D7A29B-5968-4935-9F8C-BB90DEB6AD31}" presName="sibTrans" presStyleLbl="sibTrans2D1" presStyleIdx="0" presStyleCnt="0"/>
      <dgm:spPr/>
    </dgm:pt>
    <dgm:pt modelId="{D1BE87D9-B34B-44B7-B195-08ED07DE4CDC}" type="pres">
      <dgm:prSet presAssocID="{334D78A4-998C-457B-9006-C4F710046220}" presName="compNode" presStyleCnt="0"/>
      <dgm:spPr/>
    </dgm:pt>
    <dgm:pt modelId="{5C3B3F0E-1FBC-4D12-BCBB-7B72818E755E}" type="pres">
      <dgm:prSet presAssocID="{334D78A4-998C-457B-9006-C4F710046220}" presName="iconBgRect" presStyleLbl="bgShp" presStyleIdx="1" presStyleCnt="3"/>
      <dgm:spPr/>
    </dgm:pt>
    <dgm:pt modelId="{1E83CCC1-B94D-48D1-8FC3-B5D2D0411CD2}" type="pres">
      <dgm:prSet presAssocID="{334D78A4-998C-457B-9006-C4F71004622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8ED41EC2-AC1D-4621-859C-61B5909D9A51}" type="pres">
      <dgm:prSet presAssocID="{334D78A4-998C-457B-9006-C4F710046220}" presName="spaceRect" presStyleCnt="0"/>
      <dgm:spPr/>
    </dgm:pt>
    <dgm:pt modelId="{172B93F1-E450-4DC1-91F0-FB501FEDB0C5}" type="pres">
      <dgm:prSet presAssocID="{334D78A4-998C-457B-9006-C4F710046220}" presName="textRect" presStyleLbl="revTx" presStyleIdx="1" presStyleCnt="3">
        <dgm:presLayoutVars>
          <dgm:chMax val="1"/>
          <dgm:chPref val="1"/>
        </dgm:presLayoutVars>
      </dgm:prSet>
      <dgm:spPr/>
    </dgm:pt>
    <dgm:pt modelId="{F71886BD-F9CF-434F-AB89-ECB83D33E5A2}" type="pres">
      <dgm:prSet presAssocID="{B84060C8-A34B-4C28-9A61-5C611D2A518A}" presName="sibTrans" presStyleLbl="sibTrans2D1" presStyleIdx="0" presStyleCnt="0"/>
      <dgm:spPr/>
    </dgm:pt>
    <dgm:pt modelId="{7D7AF66C-C023-4BD3-8241-5A94F53F6130}" type="pres">
      <dgm:prSet presAssocID="{5AD74374-2CC2-4089-A773-1AD67658797A}" presName="compNode" presStyleCnt="0"/>
      <dgm:spPr/>
    </dgm:pt>
    <dgm:pt modelId="{59B2C18B-A7DE-47D9-B563-DF5B5E282E47}" type="pres">
      <dgm:prSet presAssocID="{5AD74374-2CC2-4089-A773-1AD67658797A}" presName="iconBgRect" presStyleLbl="bgShp" presStyleIdx="2" presStyleCnt="3"/>
      <dgm:spPr/>
    </dgm:pt>
    <dgm:pt modelId="{57CEDAFF-0FC9-4781-A532-79B3A15DFCBC}" type="pres">
      <dgm:prSet presAssocID="{5AD74374-2CC2-4089-A773-1AD67658797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47BD2B4C-D055-4066-8524-9F2602881C38}" type="pres">
      <dgm:prSet presAssocID="{5AD74374-2CC2-4089-A773-1AD67658797A}" presName="spaceRect" presStyleCnt="0"/>
      <dgm:spPr/>
    </dgm:pt>
    <dgm:pt modelId="{5CE49D68-15A3-4C57-A715-BE636D092597}" type="pres">
      <dgm:prSet presAssocID="{5AD74374-2CC2-4089-A773-1AD67658797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2EA5F48-7C81-42B3-B70A-312BBE90A58E}" type="presOf" srcId="{A9D7A29B-5968-4935-9F8C-BB90DEB6AD31}" destId="{0CBF3172-6DD7-452A-B134-8C0116945C44}" srcOrd="0" destOrd="0" presId="urn:microsoft.com/office/officeart/2018/2/layout/IconCircleList"/>
    <dgm:cxn modelId="{9BD03B59-8487-4E3F-8D54-41C7267D0EDC}" type="presOf" srcId="{B84060C8-A34B-4C28-9A61-5C611D2A518A}" destId="{F71886BD-F9CF-434F-AB89-ECB83D33E5A2}" srcOrd="0" destOrd="0" presId="urn:microsoft.com/office/officeart/2018/2/layout/IconCircleList"/>
    <dgm:cxn modelId="{22E40C7A-CB54-4B38-BA4C-23BAE31DD9C9}" type="presOf" srcId="{5AD74374-2CC2-4089-A773-1AD67658797A}" destId="{5CE49D68-15A3-4C57-A715-BE636D092597}" srcOrd="0" destOrd="0" presId="urn:microsoft.com/office/officeart/2018/2/layout/IconCircleList"/>
    <dgm:cxn modelId="{5892388B-3DAE-4063-945E-117E5E174BFA}" srcId="{D872D91E-10D5-4BE8-BDEF-997646F10EEE}" destId="{5AD74374-2CC2-4089-A773-1AD67658797A}" srcOrd="2" destOrd="0" parTransId="{76EDE449-01F9-421B-8AA0-CE1D50767706}" sibTransId="{35B2777A-0909-4E6D-8EB2-C93154171145}"/>
    <dgm:cxn modelId="{78C55891-371D-473B-9085-4C3B10242BD8}" type="presOf" srcId="{334D78A4-998C-457B-9006-C4F710046220}" destId="{172B93F1-E450-4DC1-91F0-FB501FEDB0C5}" srcOrd="0" destOrd="0" presId="urn:microsoft.com/office/officeart/2018/2/layout/IconCircleList"/>
    <dgm:cxn modelId="{0521AA9A-D53C-4D86-824C-5C4312620462}" srcId="{D872D91E-10D5-4BE8-BDEF-997646F10EEE}" destId="{DEAF559E-467F-418D-BBA0-F6472B7E4F00}" srcOrd="0" destOrd="0" parTransId="{F051CC1C-BC27-4DC6-B9F8-0831E64B8197}" sibTransId="{A9D7A29B-5968-4935-9F8C-BB90DEB6AD31}"/>
    <dgm:cxn modelId="{20F7CEE1-5532-4F74-AC6B-02DE112062AE}" type="presOf" srcId="{D872D91E-10D5-4BE8-BDEF-997646F10EEE}" destId="{75B54C00-894A-484F-8741-292C6F48F1A2}" srcOrd="0" destOrd="0" presId="urn:microsoft.com/office/officeart/2018/2/layout/IconCircleList"/>
    <dgm:cxn modelId="{159022EB-E3A4-44B7-AB5D-433A1C5F4A1B}" srcId="{D872D91E-10D5-4BE8-BDEF-997646F10EEE}" destId="{334D78A4-998C-457B-9006-C4F710046220}" srcOrd="1" destOrd="0" parTransId="{476B526C-0D9B-4005-92E9-B3DD5DB07749}" sibTransId="{B84060C8-A34B-4C28-9A61-5C611D2A518A}"/>
    <dgm:cxn modelId="{64BF8CF3-CA99-4F48-99C6-DF9F663E8C93}" type="presOf" srcId="{DEAF559E-467F-418D-BBA0-F6472B7E4F00}" destId="{2819B5ED-A233-490F-92A4-0FD53061C56A}" srcOrd="0" destOrd="0" presId="urn:microsoft.com/office/officeart/2018/2/layout/IconCircleList"/>
    <dgm:cxn modelId="{39E6D5EC-1A4B-4B80-A5BE-17B5A7229245}" type="presParOf" srcId="{75B54C00-894A-484F-8741-292C6F48F1A2}" destId="{692CDA43-95BB-4E88-BBE6-8062745DCE47}" srcOrd="0" destOrd="0" presId="urn:microsoft.com/office/officeart/2018/2/layout/IconCircleList"/>
    <dgm:cxn modelId="{B5DC2FFA-78FC-4416-8535-812E29431A1A}" type="presParOf" srcId="{692CDA43-95BB-4E88-BBE6-8062745DCE47}" destId="{DE0842C2-F59E-4A56-98B5-CB87CB021F34}" srcOrd="0" destOrd="0" presId="urn:microsoft.com/office/officeart/2018/2/layout/IconCircleList"/>
    <dgm:cxn modelId="{8DC64FC5-35B4-4BE9-B93E-A1A9FAF285A6}" type="presParOf" srcId="{DE0842C2-F59E-4A56-98B5-CB87CB021F34}" destId="{D75E0F6E-6CDF-4E54-AE55-93C093CD82F9}" srcOrd="0" destOrd="0" presId="urn:microsoft.com/office/officeart/2018/2/layout/IconCircleList"/>
    <dgm:cxn modelId="{9C406AAE-35B7-4547-8DBE-60F2E274A26C}" type="presParOf" srcId="{DE0842C2-F59E-4A56-98B5-CB87CB021F34}" destId="{7E3BB1B5-792D-4384-968F-D5E42DB43282}" srcOrd="1" destOrd="0" presId="urn:microsoft.com/office/officeart/2018/2/layout/IconCircleList"/>
    <dgm:cxn modelId="{0CC38DEC-DA0F-48A6-AC2F-010F57C7BCC5}" type="presParOf" srcId="{DE0842C2-F59E-4A56-98B5-CB87CB021F34}" destId="{DF4596B3-81AB-460C-A413-B79487E625AF}" srcOrd="2" destOrd="0" presId="urn:microsoft.com/office/officeart/2018/2/layout/IconCircleList"/>
    <dgm:cxn modelId="{DD5D160E-D52F-4399-9EE0-7DCFFF51B3DE}" type="presParOf" srcId="{DE0842C2-F59E-4A56-98B5-CB87CB021F34}" destId="{2819B5ED-A233-490F-92A4-0FD53061C56A}" srcOrd="3" destOrd="0" presId="urn:microsoft.com/office/officeart/2018/2/layout/IconCircleList"/>
    <dgm:cxn modelId="{2C043480-10AA-429A-988B-5839CBD18115}" type="presParOf" srcId="{692CDA43-95BB-4E88-BBE6-8062745DCE47}" destId="{0CBF3172-6DD7-452A-B134-8C0116945C44}" srcOrd="1" destOrd="0" presId="urn:microsoft.com/office/officeart/2018/2/layout/IconCircleList"/>
    <dgm:cxn modelId="{7E1850B2-7757-47D2-9CBF-FB4DE6EF6954}" type="presParOf" srcId="{692CDA43-95BB-4E88-BBE6-8062745DCE47}" destId="{D1BE87D9-B34B-44B7-B195-08ED07DE4CDC}" srcOrd="2" destOrd="0" presId="urn:microsoft.com/office/officeart/2018/2/layout/IconCircleList"/>
    <dgm:cxn modelId="{C92608D3-9B08-4D16-90D5-4998DCE365E1}" type="presParOf" srcId="{D1BE87D9-B34B-44B7-B195-08ED07DE4CDC}" destId="{5C3B3F0E-1FBC-4D12-BCBB-7B72818E755E}" srcOrd="0" destOrd="0" presId="urn:microsoft.com/office/officeart/2018/2/layout/IconCircleList"/>
    <dgm:cxn modelId="{ED174B5A-CAD5-49F7-92A0-481821F3F305}" type="presParOf" srcId="{D1BE87D9-B34B-44B7-B195-08ED07DE4CDC}" destId="{1E83CCC1-B94D-48D1-8FC3-B5D2D0411CD2}" srcOrd="1" destOrd="0" presId="urn:microsoft.com/office/officeart/2018/2/layout/IconCircleList"/>
    <dgm:cxn modelId="{AA053842-0DC6-49CE-A241-212EEE71E8DC}" type="presParOf" srcId="{D1BE87D9-B34B-44B7-B195-08ED07DE4CDC}" destId="{8ED41EC2-AC1D-4621-859C-61B5909D9A51}" srcOrd="2" destOrd="0" presId="urn:microsoft.com/office/officeart/2018/2/layout/IconCircleList"/>
    <dgm:cxn modelId="{BDC7DA5E-14FF-41AA-A8DD-D865A71C85CC}" type="presParOf" srcId="{D1BE87D9-B34B-44B7-B195-08ED07DE4CDC}" destId="{172B93F1-E450-4DC1-91F0-FB501FEDB0C5}" srcOrd="3" destOrd="0" presId="urn:microsoft.com/office/officeart/2018/2/layout/IconCircleList"/>
    <dgm:cxn modelId="{F9B7D7D6-4FAA-4C52-872D-337BD5FF319D}" type="presParOf" srcId="{692CDA43-95BB-4E88-BBE6-8062745DCE47}" destId="{F71886BD-F9CF-434F-AB89-ECB83D33E5A2}" srcOrd="3" destOrd="0" presId="urn:microsoft.com/office/officeart/2018/2/layout/IconCircleList"/>
    <dgm:cxn modelId="{9AD97B0A-C308-4228-A7CA-3FCB6B77555A}" type="presParOf" srcId="{692CDA43-95BB-4E88-BBE6-8062745DCE47}" destId="{7D7AF66C-C023-4BD3-8241-5A94F53F6130}" srcOrd="4" destOrd="0" presId="urn:microsoft.com/office/officeart/2018/2/layout/IconCircleList"/>
    <dgm:cxn modelId="{7B17011F-411D-4D8E-9BE6-9C606EFDF4AD}" type="presParOf" srcId="{7D7AF66C-C023-4BD3-8241-5A94F53F6130}" destId="{59B2C18B-A7DE-47D9-B563-DF5B5E282E47}" srcOrd="0" destOrd="0" presId="urn:microsoft.com/office/officeart/2018/2/layout/IconCircleList"/>
    <dgm:cxn modelId="{B20F6EB7-12D4-4A54-8380-334632FC156C}" type="presParOf" srcId="{7D7AF66C-C023-4BD3-8241-5A94F53F6130}" destId="{57CEDAFF-0FC9-4781-A532-79B3A15DFCBC}" srcOrd="1" destOrd="0" presId="urn:microsoft.com/office/officeart/2018/2/layout/IconCircleList"/>
    <dgm:cxn modelId="{3AB5FDE3-4D8D-43F5-B356-49D91C4C9156}" type="presParOf" srcId="{7D7AF66C-C023-4BD3-8241-5A94F53F6130}" destId="{47BD2B4C-D055-4066-8524-9F2602881C38}" srcOrd="2" destOrd="0" presId="urn:microsoft.com/office/officeart/2018/2/layout/IconCircleList"/>
    <dgm:cxn modelId="{09DA36DA-5E50-4259-B2FD-57259B8932E8}" type="presParOf" srcId="{7D7AF66C-C023-4BD3-8241-5A94F53F6130}" destId="{5CE49D68-15A3-4C57-A715-BE636D09259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D7EC53D-36AC-4AA0-B920-D8F199F49A50}" type="doc">
      <dgm:prSet loTypeId="urn:microsoft.com/office/officeart/2005/8/layout/hierarchy3" loCatId="hierarchy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0E92D63-9F91-41B6-A297-0783F47043C5}">
      <dgm:prSet phldrT="[Text]" phldr="0"/>
      <dgm:spPr/>
      <dgm:t>
        <a:bodyPr/>
        <a:lstStyle/>
        <a:p>
          <a:r>
            <a:rPr lang="en-US" dirty="0"/>
            <a:t>Commit</a:t>
          </a:r>
        </a:p>
      </dgm:t>
    </dgm:pt>
    <dgm:pt modelId="{3B6D6BE1-0E48-4DE6-AE9D-22C6CE508B4E}" type="parTrans" cxnId="{D8EC519E-85AA-4013-96C8-80B991013484}">
      <dgm:prSet/>
      <dgm:spPr/>
      <dgm:t>
        <a:bodyPr/>
        <a:lstStyle/>
        <a:p>
          <a:endParaRPr lang="en-US"/>
        </a:p>
      </dgm:t>
    </dgm:pt>
    <dgm:pt modelId="{F84C19FB-0855-4C64-A1A3-AA4EEE2F61C7}" type="sibTrans" cxnId="{D8EC519E-85AA-4013-96C8-80B991013484}">
      <dgm:prSet/>
      <dgm:spPr/>
      <dgm:t>
        <a:bodyPr/>
        <a:lstStyle/>
        <a:p>
          <a:endParaRPr lang="en-US"/>
        </a:p>
      </dgm:t>
    </dgm:pt>
    <dgm:pt modelId="{E6748A05-8394-43D3-B5CA-5F62E2A1CC61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Verdana" pitchFamily="34" charset="0"/>
              <a:ea typeface="Verdana" pitchFamily="34" charset="-122"/>
              <a:cs typeface="Verdana" pitchFamily="34" charset="-120"/>
            </a:rPr>
            <a:t>Pre-commit secret scan</a:t>
          </a:r>
        </a:p>
        <a:p>
          <a:pPr>
            <a:buNone/>
          </a:pPr>
          <a:r>
            <a:rPr lang="en-US" dirty="0">
              <a:latin typeface="Verdana" pitchFamily="34" charset="0"/>
              <a:ea typeface="Verdana" pitchFamily="34" charset="-122"/>
              <a:cs typeface="Verdana" pitchFamily="34" charset="-120"/>
            </a:rPr>
            <a:t> (git-secrets)</a:t>
          </a:r>
          <a:endParaRPr lang="en-US" dirty="0"/>
        </a:p>
      </dgm:t>
    </dgm:pt>
    <dgm:pt modelId="{A3823E18-CECF-4C4C-89A3-ADFD8F37670D}" type="parTrans" cxnId="{5DE746C6-9E7A-4A54-A557-D6D3C8727C4C}">
      <dgm:prSet/>
      <dgm:spPr/>
      <dgm:t>
        <a:bodyPr/>
        <a:lstStyle/>
        <a:p>
          <a:endParaRPr lang="en-US"/>
        </a:p>
      </dgm:t>
    </dgm:pt>
    <dgm:pt modelId="{972B016E-C7DF-473A-B76D-205FF969A43A}" type="sibTrans" cxnId="{5DE746C6-9E7A-4A54-A557-D6D3C8727C4C}">
      <dgm:prSet/>
      <dgm:spPr/>
      <dgm:t>
        <a:bodyPr/>
        <a:lstStyle/>
        <a:p>
          <a:endParaRPr lang="en-US"/>
        </a:p>
      </dgm:t>
    </dgm:pt>
    <dgm:pt modelId="{C7BF7C5B-F67A-46FD-A8BA-506A0D712395}">
      <dgm:prSet phldrT="[Text]" phldr="0"/>
      <dgm:spPr/>
      <dgm:t>
        <a:bodyPr/>
        <a:lstStyle/>
        <a:p>
          <a:r>
            <a:rPr lang="en-US" dirty="0"/>
            <a:t>Pull Request</a:t>
          </a:r>
        </a:p>
      </dgm:t>
    </dgm:pt>
    <dgm:pt modelId="{BE12BA07-D6E0-4AE0-BE1E-1686A9205BAD}" type="parTrans" cxnId="{4E8507BB-BDA5-40F0-B488-8B618C87719C}">
      <dgm:prSet/>
      <dgm:spPr/>
      <dgm:t>
        <a:bodyPr/>
        <a:lstStyle/>
        <a:p>
          <a:endParaRPr lang="en-US"/>
        </a:p>
      </dgm:t>
    </dgm:pt>
    <dgm:pt modelId="{A7814698-2A4B-423E-A6D4-E803F34E2475}" type="sibTrans" cxnId="{4E8507BB-BDA5-40F0-B488-8B618C87719C}">
      <dgm:prSet/>
      <dgm:spPr/>
      <dgm:t>
        <a:bodyPr/>
        <a:lstStyle/>
        <a:p>
          <a:endParaRPr lang="en-US"/>
        </a:p>
      </dgm:t>
    </dgm:pt>
    <dgm:pt modelId="{1B91FD73-013C-436B-B847-B3378445B26D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Verdana" pitchFamily="34" charset="0"/>
              <a:ea typeface="Verdana" pitchFamily="34" charset="-122"/>
              <a:cs typeface="Verdana" pitchFamily="34" charset="-120"/>
            </a:rPr>
            <a:t>Required peer </a:t>
          </a:r>
        </a:p>
        <a:p>
          <a:pPr>
            <a:buNone/>
          </a:pPr>
          <a:r>
            <a:rPr lang="en-US" dirty="0">
              <a:latin typeface="Verdana" pitchFamily="34" charset="0"/>
              <a:ea typeface="Verdana" pitchFamily="34" charset="-122"/>
              <a:cs typeface="Verdana" pitchFamily="34" charset="-120"/>
            </a:rPr>
            <a:t>review</a:t>
          </a:r>
          <a:endParaRPr lang="en-US" dirty="0"/>
        </a:p>
      </dgm:t>
    </dgm:pt>
    <dgm:pt modelId="{3560A7F5-70A4-4BBC-A8A3-2BFF1A4E2D06}" type="parTrans" cxnId="{35CE0FE9-8FE3-4B8D-B39C-DF8A138146FD}">
      <dgm:prSet/>
      <dgm:spPr/>
      <dgm:t>
        <a:bodyPr/>
        <a:lstStyle/>
        <a:p>
          <a:endParaRPr lang="en-US"/>
        </a:p>
      </dgm:t>
    </dgm:pt>
    <dgm:pt modelId="{0F9889E7-A46B-418B-AFA0-1A2F3FA87B9C}" type="sibTrans" cxnId="{35CE0FE9-8FE3-4B8D-B39C-DF8A138146FD}">
      <dgm:prSet/>
      <dgm:spPr/>
      <dgm:t>
        <a:bodyPr/>
        <a:lstStyle/>
        <a:p>
          <a:endParaRPr lang="en-US"/>
        </a:p>
      </dgm:t>
    </dgm:pt>
    <dgm:pt modelId="{AA0BB7AF-98D6-4DE8-9D85-3BAD07DF1C5B}">
      <dgm:prSet phldrT="[Text]" phldr="0"/>
      <dgm:spPr/>
      <dgm:t>
        <a:bodyPr/>
        <a:lstStyle/>
        <a:p>
          <a:r>
            <a:rPr lang="en-US" dirty="0"/>
            <a:t>CI Pipeline</a:t>
          </a:r>
        </a:p>
      </dgm:t>
    </dgm:pt>
    <dgm:pt modelId="{B2890281-74B5-4DBE-B018-935667FED485}" type="parTrans" cxnId="{7036B3C7-DE21-4114-A35D-A4D18A02262C}">
      <dgm:prSet/>
      <dgm:spPr/>
      <dgm:t>
        <a:bodyPr/>
        <a:lstStyle/>
        <a:p>
          <a:endParaRPr lang="en-US"/>
        </a:p>
      </dgm:t>
    </dgm:pt>
    <dgm:pt modelId="{8ADBCA26-EB28-45DB-AAAE-41E02087A8DD}" type="sibTrans" cxnId="{7036B3C7-DE21-4114-A35D-A4D18A02262C}">
      <dgm:prSet/>
      <dgm:spPr/>
      <dgm:t>
        <a:bodyPr/>
        <a:lstStyle/>
        <a:p>
          <a:endParaRPr lang="en-US"/>
        </a:p>
      </dgm:t>
    </dgm:pt>
    <dgm:pt modelId="{515EF555-88C3-4693-BD74-53D200AFECDD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Verdana" pitchFamily="34" charset="0"/>
              <a:ea typeface="Verdana" pitchFamily="34" charset="-122"/>
              <a:cs typeface="Verdana" pitchFamily="34" charset="-120"/>
            </a:rPr>
            <a:t>SAST + dependency scan</a:t>
          </a:r>
          <a:endParaRPr lang="en-US" dirty="0"/>
        </a:p>
      </dgm:t>
    </dgm:pt>
    <dgm:pt modelId="{B4B7B751-AF19-4033-A61B-6443FBC8ED0C}" type="parTrans" cxnId="{02BBC122-DD4C-4B29-BFF3-9AEE034890DF}">
      <dgm:prSet/>
      <dgm:spPr/>
      <dgm:t>
        <a:bodyPr/>
        <a:lstStyle/>
        <a:p>
          <a:endParaRPr lang="en-US"/>
        </a:p>
      </dgm:t>
    </dgm:pt>
    <dgm:pt modelId="{EA40F890-AB26-4898-8B4E-977E16757F35}" type="sibTrans" cxnId="{02BBC122-DD4C-4B29-BFF3-9AEE034890DF}">
      <dgm:prSet/>
      <dgm:spPr/>
      <dgm:t>
        <a:bodyPr/>
        <a:lstStyle/>
        <a:p>
          <a:endParaRPr lang="en-US"/>
        </a:p>
      </dgm:t>
    </dgm:pt>
    <dgm:pt modelId="{9646E72D-2910-46B5-95F3-A15AE2A90A7F}">
      <dgm:prSet phldrT="[Text]" phldr="0"/>
      <dgm:spPr/>
      <dgm:t>
        <a:bodyPr/>
        <a:lstStyle/>
        <a:p>
          <a:r>
            <a:rPr lang="en-US" dirty="0"/>
            <a:t>Protected Branch</a:t>
          </a:r>
        </a:p>
      </dgm:t>
    </dgm:pt>
    <dgm:pt modelId="{ECD221ED-99E8-48D9-A416-62E93F1D7B21}" type="parTrans" cxnId="{297D17EF-D8F6-4908-A11F-0023C7767823}">
      <dgm:prSet/>
      <dgm:spPr/>
      <dgm:t>
        <a:bodyPr/>
        <a:lstStyle/>
        <a:p>
          <a:endParaRPr lang="en-US"/>
        </a:p>
      </dgm:t>
    </dgm:pt>
    <dgm:pt modelId="{A843F848-290F-4477-84EB-669358BD8DD6}" type="sibTrans" cxnId="{297D17EF-D8F6-4908-A11F-0023C7767823}">
      <dgm:prSet/>
      <dgm:spPr/>
      <dgm:t>
        <a:bodyPr/>
        <a:lstStyle/>
        <a:p>
          <a:endParaRPr lang="en-US"/>
        </a:p>
      </dgm:t>
    </dgm:pt>
    <dgm:pt modelId="{6E88BB95-8620-49AD-8296-44875D322FF1}">
      <dgm:prSet phldrT="[Text]" phldr="0"/>
      <dgm:spPr/>
      <dgm:t>
        <a:bodyPr/>
        <a:lstStyle/>
        <a:p>
          <a:pPr>
            <a:buNone/>
          </a:pPr>
          <a:r>
            <a:rPr lang="en-US" dirty="0">
              <a:latin typeface="Verdana" pitchFamily="34" charset="0"/>
              <a:ea typeface="Verdana" pitchFamily="34" charset="-122"/>
              <a:cs typeface="Verdana" pitchFamily="34" charset="-120"/>
            </a:rPr>
            <a:t>Signed, approved merge only</a:t>
          </a:r>
          <a:endParaRPr lang="en-US" dirty="0"/>
        </a:p>
      </dgm:t>
    </dgm:pt>
    <dgm:pt modelId="{9DE708B1-4A98-4966-8205-919404C4CD42}" type="parTrans" cxnId="{52A92F32-8934-4527-B9F1-98BC65C5184A}">
      <dgm:prSet/>
      <dgm:spPr/>
      <dgm:t>
        <a:bodyPr/>
        <a:lstStyle/>
        <a:p>
          <a:endParaRPr lang="en-US"/>
        </a:p>
      </dgm:t>
    </dgm:pt>
    <dgm:pt modelId="{2A2BF8AF-F0BD-40B0-9BAD-A4F8C8A7E933}" type="sibTrans" cxnId="{52A92F32-8934-4527-B9F1-98BC65C5184A}">
      <dgm:prSet/>
      <dgm:spPr/>
      <dgm:t>
        <a:bodyPr/>
        <a:lstStyle/>
        <a:p>
          <a:endParaRPr lang="en-US"/>
        </a:p>
      </dgm:t>
    </dgm:pt>
    <dgm:pt modelId="{76EDF53B-B111-4401-9CE9-5C70DD4E4BC1}">
      <dgm:prSet phldrT="[Text]" phldr="0"/>
      <dgm:spPr/>
      <dgm:t>
        <a:bodyPr/>
        <a:lstStyle/>
        <a:p>
          <a:r>
            <a:rPr lang="en-US" dirty="0"/>
            <a:t>Audit Log</a:t>
          </a:r>
        </a:p>
      </dgm:t>
    </dgm:pt>
    <dgm:pt modelId="{F472EB02-890D-443D-9484-9862858FD0D5}" type="parTrans" cxnId="{C7F71961-AA21-47DC-8D5B-CA4B9F2B1ACD}">
      <dgm:prSet/>
      <dgm:spPr/>
      <dgm:t>
        <a:bodyPr/>
        <a:lstStyle/>
        <a:p>
          <a:endParaRPr lang="en-US"/>
        </a:p>
      </dgm:t>
    </dgm:pt>
    <dgm:pt modelId="{DE230C8F-095E-4954-A56B-0DCCE5F8BD01}" type="sibTrans" cxnId="{C7F71961-AA21-47DC-8D5B-CA4B9F2B1ACD}">
      <dgm:prSet/>
      <dgm:spPr/>
      <dgm:t>
        <a:bodyPr/>
        <a:lstStyle/>
        <a:p>
          <a:endParaRPr lang="en-US"/>
        </a:p>
      </dgm:t>
    </dgm:pt>
    <dgm:pt modelId="{002BD965-E551-4E00-A9D5-FAACC0558A55}">
      <dgm:prSet phldrT="[Text]" phldr="0"/>
      <dgm:spPr/>
      <dgm:t>
        <a:bodyPr/>
        <a:lstStyle/>
        <a:p>
          <a:r>
            <a:rPr lang="en-US" dirty="0"/>
            <a:t> </a:t>
          </a:r>
          <a:r>
            <a:rPr lang="en-US" dirty="0">
              <a:latin typeface="Verdana" pitchFamily="34" charset="0"/>
              <a:ea typeface="Verdana" pitchFamily="34" charset="-122"/>
              <a:cs typeface="Verdana" pitchFamily="34" charset="-120"/>
            </a:rPr>
            <a:t>Access &amp; change monitoring</a:t>
          </a:r>
          <a:endParaRPr lang="en-US" dirty="0"/>
        </a:p>
      </dgm:t>
    </dgm:pt>
    <dgm:pt modelId="{2317A429-3F41-4298-8147-61E9686EC93F}" type="parTrans" cxnId="{BC668294-FCC5-4E5A-A0A6-61C4BDAB87F4}">
      <dgm:prSet/>
      <dgm:spPr/>
      <dgm:t>
        <a:bodyPr/>
        <a:lstStyle/>
        <a:p>
          <a:endParaRPr lang="en-US"/>
        </a:p>
      </dgm:t>
    </dgm:pt>
    <dgm:pt modelId="{F783648F-68EF-4694-B8AC-3EEF6322F5EB}" type="sibTrans" cxnId="{BC668294-FCC5-4E5A-A0A6-61C4BDAB87F4}">
      <dgm:prSet/>
      <dgm:spPr/>
      <dgm:t>
        <a:bodyPr/>
        <a:lstStyle/>
        <a:p>
          <a:endParaRPr lang="en-US"/>
        </a:p>
      </dgm:t>
    </dgm:pt>
    <dgm:pt modelId="{02F19DF0-6AFC-4F9D-B317-6D9DDEBE1F68}" type="pres">
      <dgm:prSet presAssocID="{5D7EC53D-36AC-4AA0-B920-D8F199F49A5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BDA3FC8-31D9-47D8-8338-909E5C88A7F9}" type="pres">
      <dgm:prSet presAssocID="{50E92D63-9F91-41B6-A297-0783F47043C5}" presName="root" presStyleCnt="0"/>
      <dgm:spPr/>
    </dgm:pt>
    <dgm:pt modelId="{FB119E92-AE52-417C-9C95-A7B1D5F467C3}" type="pres">
      <dgm:prSet presAssocID="{50E92D63-9F91-41B6-A297-0783F47043C5}" presName="rootComposite" presStyleCnt="0"/>
      <dgm:spPr/>
    </dgm:pt>
    <dgm:pt modelId="{B7F0BCF9-1D6E-42EB-AB13-ADC00C4F9062}" type="pres">
      <dgm:prSet presAssocID="{50E92D63-9F91-41B6-A297-0783F47043C5}" presName="rootText" presStyleLbl="node1" presStyleIdx="0" presStyleCnt="5"/>
      <dgm:spPr/>
    </dgm:pt>
    <dgm:pt modelId="{DE905D1E-F1E1-49AE-AC37-0532DE9B4332}" type="pres">
      <dgm:prSet presAssocID="{50E92D63-9F91-41B6-A297-0783F47043C5}" presName="rootConnector" presStyleLbl="node1" presStyleIdx="0" presStyleCnt="5"/>
      <dgm:spPr/>
    </dgm:pt>
    <dgm:pt modelId="{BB4AB164-D8BA-4065-BC1A-F16C87C8D128}" type="pres">
      <dgm:prSet presAssocID="{50E92D63-9F91-41B6-A297-0783F47043C5}" presName="childShape" presStyleCnt="0"/>
      <dgm:spPr/>
    </dgm:pt>
    <dgm:pt modelId="{479B5040-E126-4C78-A084-22FE86EFA4CD}" type="pres">
      <dgm:prSet presAssocID="{A3823E18-CECF-4C4C-89A3-ADFD8F37670D}" presName="Name13" presStyleLbl="parChTrans1D2" presStyleIdx="0" presStyleCnt="5"/>
      <dgm:spPr/>
    </dgm:pt>
    <dgm:pt modelId="{B4973D2E-B088-419A-BF4B-AE188A32D3EB}" type="pres">
      <dgm:prSet presAssocID="{E6748A05-8394-43D3-B5CA-5F62E2A1CC61}" presName="childText" presStyleLbl="bgAcc1" presStyleIdx="0" presStyleCnt="5">
        <dgm:presLayoutVars>
          <dgm:bulletEnabled val="1"/>
        </dgm:presLayoutVars>
      </dgm:prSet>
      <dgm:spPr/>
    </dgm:pt>
    <dgm:pt modelId="{F4D6D236-463C-4684-9719-28B14C6354BD}" type="pres">
      <dgm:prSet presAssocID="{C7BF7C5B-F67A-46FD-A8BA-506A0D712395}" presName="root" presStyleCnt="0"/>
      <dgm:spPr/>
    </dgm:pt>
    <dgm:pt modelId="{5AA79E20-27CB-4753-A8DD-0804EE703BD3}" type="pres">
      <dgm:prSet presAssocID="{C7BF7C5B-F67A-46FD-A8BA-506A0D712395}" presName="rootComposite" presStyleCnt="0"/>
      <dgm:spPr/>
    </dgm:pt>
    <dgm:pt modelId="{BE481DE8-8026-4B5D-B643-C28E82A71F84}" type="pres">
      <dgm:prSet presAssocID="{C7BF7C5B-F67A-46FD-A8BA-506A0D712395}" presName="rootText" presStyleLbl="node1" presStyleIdx="1" presStyleCnt="5"/>
      <dgm:spPr/>
    </dgm:pt>
    <dgm:pt modelId="{DFC55A1A-87D3-4FA3-9B89-7EE6DD177539}" type="pres">
      <dgm:prSet presAssocID="{C7BF7C5B-F67A-46FD-A8BA-506A0D712395}" presName="rootConnector" presStyleLbl="node1" presStyleIdx="1" presStyleCnt="5"/>
      <dgm:spPr/>
    </dgm:pt>
    <dgm:pt modelId="{D0414D83-DBAA-4726-97A5-2E30AD4024F7}" type="pres">
      <dgm:prSet presAssocID="{C7BF7C5B-F67A-46FD-A8BA-506A0D712395}" presName="childShape" presStyleCnt="0"/>
      <dgm:spPr/>
    </dgm:pt>
    <dgm:pt modelId="{F0AFC1B7-E99C-475A-BCA0-EB0300A89DA7}" type="pres">
      <dgm:prSet presAssocID="{3560A7F5-70A4-4BBC-A8A3-2BFF1A4E2D06}" presName="Name13" presStyleLbl="parChTrans1D2" presStyleIdx="1" presStyleCnt="5"/>
      <dgm:spPr/>
    </dgm:pt>
    <dgm:pt modelId="{9AF52412-F902-4B3B-8475-8E7207F7C85B}" type="pres">
      <dgm:prSet presAssocID="{1B91FD73-013C-436B-B847-B3378445B26D}" presName="childText" presStyleLbl="bgAcc1" presStyleIdx="1" presStyleCnt="5">
        <dgm:presLayoutVars>
          <dgm:bulletEnabled val="1"/>
        </dgm:presLayoutVars>
      </dgm:prSet>
      <dgm:spPr/>
    </dgm:pt>
    <dgm:pt modelId="{463F6C27-1E1E-4DB0-8575-B397E8E536A4}" type="pres">
      <dgm:prSet presAssocID="{AA0BB7AF-98D6-4DE8-9D85-3BAD07DF1C5B}" presName="root" presStyleCnt="0"/>
      <dgm:spPr/>
    </dgm:pt>
    <dgm:pt modelId="{8BF9EE92-8C09-4F77-8788-2FD3D755A1A9}" type="pres">
      <dgm:prSet presAssocID="{AA0BB7AF-98D6-4DE8-9D85-3BAD07DF1C5B}" presName="rootComposite" presStyleCnt="0"/>
      <dgm:spPr/>
    </dgm:pt>
    <dgm:pt modelId="{B3EE1F7D-D94E-49CC-879A-77E3829710B9}" type="pres">
      <dgm:prSet presAssocID="{AA0BB7AF-98D6-4DE8-9D85-3BAD07DF1C5B}" presName="rootText" presStyleLbl="node1" presStyleIdx="2" presStyleCnt="5"/>
      <dgm:spPr/>
    </dgm:pt>
    <dgm:pt modelId="{BEFEA60B-AF37-47FC-AD5D-67BCC7C6C045}" type="pres">
      <dgm:prSet presAssocID="{AA0BB7AF-98D6-4DE8-9D85-3BAD07DF1C5B}" presName="rootConnector" presStyleLbl="node1" presStyleIdx="2" presStyleCnt="5"/>
      <dgm:spPr/>
    </dgm:pt>
    <dgm:pt modelId="{5EF9D2B6-6016-4A3F-90D4-DBE8E0178F29}" type="pres">
      <dgm:prSet presAssocID="{AA0BB7AF-98D6-4DE8-9D85-3BAD07DF1C5B}" presName="childShape" presStyleCnt="0"/>
      <dgm:spPr/>
    </dgm:pt>
    <dgm:pt modelId="{F536193B-7BFA-4561-AB56-D20513E6887C}" type="pres">
      <dgm:prSet presAssocID="{B4B7B751-AF19-4033-A61B-6443FBC8ED0C}" presName="Name13" presStyleLbl="parChTrans1D2" presStyleIdx="2" presStyleCnt="5"/>
      <dgm:spPr/>
    </dgm:pt>
    <dgm:pt modelId="{E68299A5-0AC9-4AA1-B477-1C1243E41FF9}" type="pres">
      <dgm:prSet presAssocID="{515EF555-88C3-4693-BD74-53D200AFECDD}" presName="childText" presStyleLbl="bgAcc1" presStyleIdx="2" presStyleCnt="5">
        <dgm:presLayoutVars>
          <dgm:bulletEnabled val="1"/>
        </dgm:presLayoutVars>
      </dgm:prSet>
      <dgm:spPr/>
    </dgm:pt>
    <dgm:pt modelId="{DD45B45C-055D-4239-8BF4-5487C62AE8BA}" type="pres">
      <dgm:prSet presAssocID="{9646E72D-2910-46B5-95F3-A15AE2A90A7F}" presName="root" presStyleCnt="0"/>
      <dgm:spPr/>
    </dgm:pt>
    <dgm:pt modelId="{76A71B95-A294-4D7C-80E2-623F86F2E75E}" type="pres">
      <dgm:prSet presAssocID="{9646E72D-2910-46B5-95F3-A15AE2A90A7F}" presName="rootComposite" presStyleCnt="0"/>
      <dgm:spPr/>
    </dgm:pt>
    <dgm:pt modelId="{33961ECB-40EE-48EE-81EE-D600EA65EB63}" type="pres">
      <dgm:prSet presAssocID="{9646E72D-2910-46B5-95F3-A15AE2A90A7F}" presName="rootText" presStyleLbl="node1" presStyleIdx="3" presStyleCnt="5"/>
      <dgm:spPr/>
    </dgm:pt>
    <dgm:pt modelId="{2D186ACD-73DD-41BD-94B4-B079FB2E09AA}" type="pres">
      <dgm:prSet presAssocID="{9646E72D-2910-46B5-95F3-A15AE2A90A7F}" presName="rootConnector" presStyleLbl="node1" presStyleIdx="3" presStyleCnt="5"/>
      <dgm:spPr/>
    </dgm:pt>
    <dgm:pt modelId="{5DA2FAF2-791D-400F-8655-B1462AB229E7}" type="pres">
      <dgm:prSet presAssocID="{9646E72D-2910-46B5-95F3-A15AE2A90A7F}" presName="childShape" presStyleCnt="0"/>
      <dgm:spPr/>
    </dgm:pt>
    <dgm:pt modelId="{9DE3C073-A749-4974-BADD-974331365F4F}" type="pres">
      <dgm:prSet presAssocID="{9DE708B1-4A98-4966-8205-919404C4CD42}" presName="Name13" presStyleLbl="parChTrans1D2" presStyleIdx="3" presStyleCnt="5"/>
      <dgm:spPr/>
    </dgm:pt>
    <dgm:pt modelId="{F7D9191D-1E82-4F98-9438-E8056FCB5A85}" type="pres">
      <dgm:prSet presAssocID="{6E88BB95-8620-49AD-8296-44875D322FF1}" presName="childText" presStyleLbl="bgAcc1" presStyleIdx="3" presStyleCnt="5">
        <dgm:presLayoutVars>
          <dgm:bulletEnabled val="1"/>
        </dgm:presLayoutVars>
      </dgm:prSet>
      <dgm:spPr/>
    </dgm:pt>
    <dgm:pt modelId="{5A4D9865-220B-44A2-AB81-752AAB925AC8}" type="pres">
      <dgm:prSet presAssocID="{76EDF53B-B111-4401-9CE9-5C70DD4E4BC1}" presName="root" presStyleCnt="0"/>
      <dgm:spPr/>
    </dgm:pt>
    <dgm:pt modelId="{7218CCB8-E3FC-41E5-B19D-B7E49347FA91}" type="pres">
      <dgm:prSet presAssocID="{76EDF53B-B111-4401-9CE9-5C70DD4E4BC1}" presName="rootComposite" presStyleCnt="0"/>
      <dgm:spPr/>
    </dgm:pt>
    <dgm:pt modelId="{F74AEC9E-7E1E-4E51-A981-403F068B2BCA}" type="pres">
      <dgm:prSet presAssocID="{76EDF53B-B111-4401-9CE9-5C70DD4E4BC1}" presName="rootText" presStyleLbl="node1" presStyleIdx="4" presStyleCnt="5"/>
      <dgm:spPr/>
    </dgm:pt>
    <dgm:pt modelId="{3ADBED41-5846-4AFE-BBB2-C10CDB3BF412}" type="pres">
      <dgm:prSet presAssocID="{76EDF53B-B111-4401-9CE9-5C70DD4E4BC1}" presName="rootConnector" presStyleLbl="node1" presStyleIdx="4" presStyleCnt="5"/>
      <dgm:spPr/>
    </dgm:pt>
    <dgm:pt modelId="{482403FC-CDB9-4C82-9047-B16F920FBD41}" type="pres">
      <dgm:prSet presAssocID="{76EDF53B-B111-4401-9CE9-5C70DD4E4BC1}" presName="childShape" presStyleCnt="0"/>
      <dgm:spPr/>
    </dgm:pt>
    <dgm:pt modelId="{8D1ABC99-8137-4542-891F-A76E4272E8E7}" type="pres">
      <dgm:prSet presAssocID="{2317A429-3F41-4298-8147-61E9686EC93F}" presName="Name13" presStyleLbl="parChTrans1D2" presStyleIdx="4" presStyleCnt="5"/>
      <dgm:spPr/>
    </dgm:pt>
    <dgm:pt modelId="{CE60209C-A74C-4445-90D2-464DC45DC32F}" type="pres">
      <dgm:prSet presAssocID="{002BD965-E551-4E00-A9D5-FAACC0558A55}" presName="childText" presStyleLbl="bgAcc1" presStyleIdx="4" presStyleCnt="5">
        <dgm:presLayoutVars>
          <dgm:bulletEnabled val="1"/>
        </dgm:presLayoutVars>
      </dgm:prSet>
      <dgm:spPr/>
    </dgm:pt>
  </dgm:ptLst>
  <dgm:cxnLst>
    <dgm:cxn modelId="{CCF5BC0A-84AE-40FB-8FB4-0368F4FE1D65}" type="presOf" srcId="{515EF555-88C3-4693-BD74-53D200AFECDD}" destId="{E68299A5-0AC9-4AA1-B477-1C1243E41FF9}" srcOrd="0" destOrd="0" presId="urn:microsoft.com/office/officeart/2005/8/layout/hierarchy3"/>
    <dgm:cxn modelId="{C0363C10-4B23-43FF-AD04-2072A30CE8FD}" type="presOf" srcId="{002BD965-E551-4E00-A9D5-FAACC0558A55}" destId="{CE60209C-A74C-4445-90D2-464DC45DC32F}" srcOrd="0" destOrd="0" presId="urn:microsoft.com/office/officeart/2005/8/layout/hierarchy3"/>
    <dgm:cxn modelId="{97638A1A-0B24-4912-A30F-77BC22EA04B7}" type="presOf" srcId="{6E88BB95-8620-49AD-8296-44875D322FF1}" destId="{F7D9191D-1E82-4F98-9438-E8056FCB5A85}" srcOrd="0" destOrd="0" presId="urn:microsoft.com/office/officeart/2005/8/layout/hierarchy3"/>
    <dgm:cxn modelId="{E12D681C-3E3A-4180-B153-A583BD67A211}" type="presOf" srcId="{A3823E18-CECF-4C4C-89A3-ADFD8F37670D}" destId="{479B5040-E126-4C78-A084-22FE86EFA4CD}" srcOrd="0" destOrd="0" presId="urn:microsoft.com/office/officeart/2005/8/layout/hierarchy3"/>
    <dgm:cxn modelId="{02BBC122-DD4C-4B29-BFF3-9AEE034890DF}" srcId="{AA0BB7AF-98D6-4DE8-9D85-3BAD07DF1C5B}" destId="{515EF555-88C3-4693-BD74-53D200AFECDD}" srcOrd="0" destOrd="0" parTransId="{B4B7B751-AF19-4033-A61B-6443FBC8ED0C}" sibTransId="{EA40F890-AB26-4898-8B4E-977E16757F35}"/>
    <dgm:cxn modelId="{F1276F23-EDE1-4219-ADE7-81629A309AC4}" type="presOf" srcId="{9DE708B1-4A98-4966-8205-919404C4CD42}" destId="{9DE3C073-A749-4974-BADD-974331365F4F}" srcOrd="0" destOrd="0" presId="urn:microsoft.com/office/officeart/2005/8/layout/hierarchy3"/>
    <dgm:cxn modelId="{52A92F32-8934-4527-B9F1-98BC65C5184A}" srcId="{9646E72D-2910-46B5-95F3-A15AE2A90A7F}" destId="{6E88BB95-8620-49AD-8296-44875D322FF1}" srcOrd="0" destOrd="0" parTransId="{9DE708B1-4A98-4966-8205-919404C4CD42}" sibTransId="{2A2BF8AF-F0BD-40B0-9BAD-A4F8C8A7E933}"/>
    <dgm:cxn modelId="{09BC1235-02B5-4ADB-BD76-23A85D5707B6}" type="presOf" srcId="{5D7EC53D-36AC-4AA0-B920-D8F199F49A50}" destId="{02F19DF0-6AFC-4F9D-B317-6D9DDEBE1F68}" srcOrd="0" destOrd="0" presId="urn:microsoft.com/office/officeart/2005/8/layout/hierarchy3"/>
    <dgm:cxn modelId="{FABC9937-64A2-4D49-8998-6E127876EA0E}" type="presOf" srcId="{AA0BB7AF-98D6-4DE8-9D85-3BAD07DF1C5B}" destId="{B3EE1F7D-D94E-49CC-879A-77E3829710B9}" srcOrd="0" destOrd="0" presId="urn:microsoft.com/office/officeart/2005/8/layout/hierarchy3"/>
    <dgm:cxn modelId="{C7F71961-AA21-47DC-8D5B-CA4B9F2B1ACD}" srcId="{5D7EC53D-36AC-4AA0-B920-D8F199F49A50}" destId="{76EDF53B-B111-4401-9CE9-5C70DD4E4BC1}" srcOrd="4" destOrd="0" parTransId="{F472EB02-890D-443D-9484-9862858FD0D5}" sibTransId="{DE230C8F-095E-4954-A56B-0DCCE5F8BD01}"/>
    <dgm:cxn modelId="{0BB1F479-8D63-4FA0-901C-93675653D796}" type="presOf" srcId="{76EDF53B-B111-4401-9CE9-5C70DD4E4BC1}" destId="{F74AEC9E-7E1E-4E51-A981-403F068B2BCA}" srcOrd="0" destOrd="0" presId="urn:microsoft.com/office/officeart/2005/8/layout/hierarchy3"/>
    <dgm:cxn modelId="{57D80C8C-A700-446D-B14F-D64AAA683771}" type="presOf" srcId="{E6748A05-8394-43D3-B5CA-5F62E2A1CC61}" destId="{B4973D2E-B088-419A-BF4B-AE188A32D3EB}" srcOrd="0" destOrd="0" presId="urn:microsoft.com/office/officeart/2005/8/layout/hierarchy3"/>
    <dgm:cxn modelId="{BC668294-FCC5-4E5A-A0A6-61C4BDAB87F4}" srcId="{76EDF53B-B111-4401-9CE9-5C70DD4E4BC1}" destId="{002BD965-E551-4E00-A9D5-FAACC0558A55}" srcOrd="0" destOrd="0" parTransId="{2317A429-3F41-4298-8147-61E9686EC93F}" sibTransId="{F783648F-68EF-4694-B8AC-3EEF6322F5EB}"/>
    <dgm:cxn modelId="{178A5198-9ECC-44BF-87B6-178F4280F664}" type="presOf" srcId="{3560A7F5-70A4-4BBC-A8A3-2BFF1A4E2D06}" destId="{F0AFC1B7-E99C-475A-BCA0-EB0300A89DA7}" srcOrd="0" destOrd="0" presId="urn:microsoft.com/office/officeart/2005/8/layout/hierarchy3"/>
    <dgm:cxn modelId="{D8EC519E-85AA-4013-96C8-80B991013484}" srcId="{5D7EC53D-36AC-4AA0-B920-D8F199F49A50}" destId="{50E92D63-9F91-41B6-A297-0783F47043C5}" srcOrd="0" destOrd="0" parTransId="{3B6D6BE1-0E48-4DE6-AE9D-22C6CE508B4E}" sibTransId="{F84C19FB-0855-4C64-A1A3-AA4EEE2F61C7}"/>
    <dgm:cxn modelId="{F28E18A8-328E-40C9-86D6-771763E4A7E8}" type="presOf" srcId="{9646E72D-2910-46B5-95F3-A15AE2A90A7F}" destId="{33961ECB-40EE-48EE-81EE-D600EA65EB63}" srcOrd="0" destOrd="0" presId="urn:microsoft.com/office/officeart/2005/8/layout/hierarchy3"/>
    <dgm:cxn modelId="{2D116FAA-2533-4E39-8248-ADDFC6E27596}" type="presOf" srcId="{50E92D63-9F91-41B6-A297-0783F47043C5}" destId="{DE905D1E-F1E1-49AE-AC37-0532DE9B4332}" srcOrd="1" destOrd="0" presId="urn:microsoft.com/office/officeart/2005/8/layout/hierarchy3"/>
    <dgm:cxn modelId="{8704BEAA-15FE-4D1F-B722-2F1C54C63D74}" type="presOf" srcId="{1B91FD73-013C-436B-B847-B3378445B26D}" destId="{9AF52412-F902-4B3B-8475-8E7207F7C85B}" srcOrd="0" destOrd="0" presId="urn:microsoft.com/office/officeart/2005/8/layout/hierarchy3"/>
    <dgm:cxn modelId="{5148A0AD-6C2E-439D-9693-DEB2A0AB1245}" type="presOf" srcId="{50E92D63-9F91-41B6-A297-0783F47043C5}" destId="{B7F0BCF9-1D6E-42EB-AB13-ADC00C4F9062}" srcOrd="0" destOrd="0" presId="urn:microsoft.com/office/officeart/2005/8/layout/hierarchy3"/>
    <dgm:cxn modelId="{4E8507BB-BDA5-40F0-B488-8B618C87719C}" srcId="{5D7EC53D-36AC-4AA0-B920-D8F199F49A50}" destId="{C7BF7C5B-F67A-46FD-A8BA-506A0D712395}" srcOrd="1" destOrd="0" parTransId="{BE12BA07-D6E0-4AE0-BE1E-1686A9205BAD}" sibTransId="{A7814698-2A4B-423E-A6D4-E803F34E2475}"/>
    <dgm:cxn modelId="{5DE746C6-9E7A-4A54-A557-D6D3C8727C4C}" srcId="{50E92D63-9F91-41B6-A297-0783F47043C5}" destId="{E6748A05-8394-43D3-B5CA-5F62E2A1CC61}" srcOrd="0" destOrd="0" parTransId="{A3823E18-CECF-4C4C-89A3-ADFD8F37670D}" sibTransId="{972B016E-C7DF-473A-B76D-205FF969A43A}"/>
    <dgm:cxn modelId="{7036B3C7-DE21-4114-A35D-A4D18A02262C}" srcId="{5D7EC53D-36AC-4AA0-B920-D8F199F49A50}" destId="{AA0BB7AF-98D6-4DE8-9D85-3BAD07DF1C5B}" srcOrd="2" destOrd="0" parTransId="{B2890281-74B5-4DBE-B018-935667FED485}" sibTransId="{8ADBCA26-EB28-45DB-AAAE-41E02087A8DD}"/>
    <dgm:cxn modelId="{1194F9C8-5517-4352-BE6B-CACD7C7FFD8C}" type="presOf" srcId="{C7BF7C5B-F67A-46FD-A8BA-506A0D712395}" destId="{DFC55A1A-87D3-4FA3-9B89-7EE6DD177539}" srcOrd="1" destOrd="0" presId="urn:microsoft.com/office/officeart/2005/8/layout/hierarchy3"/>
    <dgm:cxn modelId="{3B52F2CB-6FDD-4AC7-9205-5E053B6661AA}" type="presOf" srcId="{76EDF53B-B111-4401-9CE9-5C70DD4E4BC1}" destId="{3ADBED41-5846-4AFE-BBB2-C10CDB3BF412}" srcOrd="1" destOrd="0" presId="urn:microsoft.com/office/officeart/2005/8/layout/hierarchy3"/>
    <dgm:cxn modelId="{216E8DCC-EECE-478A-BBD2-EE46127C542B}" type="presOf" srcId="{2317A429-3F41-4298-8147-61E9686EC93F}" destId="{8D1ABC99-8137-4542-891F-A76E4272E8E7}" srcOrd="0" destOrd="0" presId="urn:microsoft.com/office/officeart/2005/8/layout/hierarchy3"/>
    <dgm:cxn modelId="{A02F6EE6-B498-4288-BB98-4DF49B0459C8}" type="presOf" srcId="{9646E72D-2910-46B5-95F3-A15AE2A90A7F}" destId="{2D186ACD-73DD-41BD-94B4-B079FB2E09AA}" srcOrd="1" destOrd="0" presId="urn:microsoft.com/office/officeart/2005/8/layout/hierarchy3"/>
    <dgm:cxn modelId="{62026AE7-936C-49E4-930D-6323332CA062}" type="presOf" srcId="{B4B7B751-AF19-4033-A61B-6443FBC8ED0C}" destId="{F536193B-7BFA-4561-AB56-D20513E6887C}" srcOrd="0" destOrd="0" presId="urn:microsoft.com/office/officeart/2005/8/layout/hierarchy3"/>
    <dgm:cxn modelId="{35CE0FE9-8FE3-4B8D-B39C-DF8A138146FD}" srcId="{C7BF7C5B-F67A-46FD-A8BA-506A0D712395}" destId="{1B91FD73-013C-436B-B847-B3378445B26D}" srcOrd="0" destOrd="0" parTransId="{3560A7F5-70A4-4BBC-A8A3-2BFF1A4E2D06}" sibTransId="{0F9889E7-A46B-418B-AFA0-1A2F3FA87B9C}"/>
    <dgm:cxn modelId="{567004EC-25EF-43D2-8EA4-E4C7136F78D2}" type="presOf" srcId="{AA0BB7AF-98D6-4DE8-9D85-3BAD07DF1C5B}" destId="{BEFEA60B-AF37-47FC-AD5D-67BCC7C6C045}" srcOrd="1" destOrd="0" presId="urn:microsoft.com/office/officeart/2005/8/layout/hierarchy3"/>
    <dgm:cxn modelId="{297D17EF-D8F6-4908-A11F-0023C7767823}" srcId="{5D7EC53D-36AC-4AA0-B920-D8F199F49A50}" destId="{9646E72D-2910-46B5-95F3-A15AE2A90A7F}" srcOrd="3" destOrd="0" parTransId="{ECD221ED-99E8-48D9-A416-62E93F1D7B21}" sibTransId="{A843F848-290F-4477-84EB-669358BD8DD6}"/>
    <dgm:cxn modelId="{6447FFF2-DDD3-48B4-A190-C6A0C3EB5759}" type="presOf" srcId="{C7BF7C5B-F67A-46FD-A8BA-506A0D712395}" destId="{BE481DE8-8026-4B5D-B643-C28E82A71F84}" srcOrd="0" destOrd="0" presId="urn:microsoft.com/office/officeart/2005/8/layout/hierarchy3"/>
    <dgm:cxn modelId="{DCDE2D18-0D59-43FE-9ED7-AC3F349447A6}" type="presParOf" srcId="{02F19DF0-6AFC-4F9D-B317-6D9DDEBE1F68}" destId="{4BDA3FC8-31D9-47D8-8338-909E5C88A7F9}" srcOrd="0" destOrd="0" presId="urn:microsoft.com/office/officeart/2005/8/layout/hierarchy3"/>
    <dgm:cxn modelId="{EC062098-F1F0-4CF4-AE36-6FD79D63DD87}" type="presParOf" srcId="{4BDA3FC8-31D9-47D8-8338-909E5C88A7F9}" destId="{FB119E92-AE52-417C-9C95-A7B1D5F467C3}" srcOrd="0" destOrd="0" presId="urn:microsoft.com/office/officeart/2005/8/layout/hierarchy3"/>
    <dgm:cxn modelId="{E14BD280-9B50-4035-AAAD-DCD51E069B93}" type="presParOf" srcId="{FB119E92-AE52-417C-9C95-A7B1D5F467C3}" destId="{B7F0BCF9-1D6E-42EB-AB13-ADC00C4F9062}" srcOrd="0" destOrd="0" presId="urn:microsoft.com/office/officeart/2005/8/layout/hierarchy3"/>
    <dgm:cxn modelId="{88E5546E-E055-4982-A8A5-589CB01817D1}" type="presParOf" srcId="{FB119E92-AE52-417C-9C95-A7B1D5F467C3}" destId="{DE905D1E-F1E1-49AE-AC37-0532DE9B4332}" srcOrd="1" destOrd="0" presId="urn:microsoft.com/office/officeart/2005/8/layout/hierarchy3"/>
    <dgm:cxn modelId="{7CBB1CBA-EB45-4C46-90D6-AECE8D460EFA}" type="presParOf" srcId="{4BDA3FC8-31D9-47D8-8338-909E5C88A7F9}" destId="{BB4AB164-D8BA-4065-BC1A-F16C87C8D128}" srcOrd="1" destOrd="0" presId="urn:microsoft.com/office/officeart/2005/8/layout/hierarchy3"/>
    <dgm:cxn modelId="{4E163B40-A50F-4993-9474-BBF5ABA73A97}" type="presParOf" srcId="{BB4AB164-D8BA-4065-BC1A-F16C87C8D128}" destId="{479B5040-E126-4C78-A084-22FE86EFA4CD}" srcOrd="0" destOrd="0" presId="urn:microsoft.com/office/officeart/2005/8/layout/hierarchy3"/>
    <dgm:cxn modelId="{9CA558C5-4406-423E-B8FF-B382C904CD9C}" type="presParOf" srcId="{BB4AB164-D8BA-4065-BC1A-F16C87C8D128}" destId="{B4973D2E-B088-419A-BF4B-AE188A32D3EB}" srcOrd="1" destOrd="0" presId="urn:microsoft.com/office/officeart/2005/8/layout/hierarchy3"/>
    <dgm:cxn modelId="{FFD6A2FD-547F-4B75-8A90-DD3626126A3A}" type="presParOf" srcId="{02F19DF0-6AFC-4F9D-B317-6D9DDEBE1F68}" destId="{F4D6D236-463C-4684-9719-28B14C6354BD}" srcOrd="1" destOrd="0" presId="urn:microsoft.com/office/officeart/2005/8/layout/hierarchy3"/>
    <dgm:cxn modelId="{F5820884-C085-4DA6-84B2-C9C005E56EED}" type="presParOf" srcId="{F4D6D236-463C-4684-9719-28B14C6354BD}" destId="{5AA79E20-27CB-4753-A8DD-0804EE703BD3}" srcOrd="0" destOrd="0" presId="urn:microsoft.com/office/officeart/2005/8/layout/hierarchy3"/>
    <dgm:cxn modelId="{FA99AABC-EBA3-488F-AD57-D6D632342A8F}" type="presParOf" srcId="{5AA79E20-27CB-4753-A8DD-0804EE703BD3}" destId="{BE481DE8-8026-4B5D-B643-C28E82A71F84}" srcOrd="0" destOrd="0" presId="urn:microsoft.com/office/officeart/2005/8/layout/hierarchy3"/>
    <dgm:cxn modelId="{91B0FF84-E418-461E-B493-5A2688A2FEDD}" type="presParOf" srcId="{5AA79E20-27CB-4753-A8DD-0804EE703BD3}" destId="{DFC55A1A-87D3-4FA3-9B89-7EE6DD177539}" srcOrd="1" destOrd="0" presId="urn:microsoft.com/office/officeart/2005/8/layout/hierarchy3"/>
    <dgm:cxn modelId="{87B0BF53-8676-4B1C-8342-358FEE6AA296}" type="presParOf" srcId="{F4D6D236-463C-4684-9719-28B14C6354BD}" destId="{D0414D83-DBAA-4726-97A5-2E30AD4024F7}" srcOrd="1" destOrd="0" presId="urn:microsoft.com/office/officeart/2005/8/layout/hierarchy3"/>
    <dgm:cxn modelId="{5BC4B1D4-1143-4B9B-9F88-27207F969E6F}" type="presParOf" srcId="{D0414D83-DBAA-4726-97A5-2E30AD4024F7}" destId="{F0AFC1B7-E99C-475A-BCA0-EB0300A89DA7}" srcOrd="0" destOrd="0" presId="urn:microsoft.com/office/officeart/2005/8/layout/hierarchy3"/>
    <dgm:cxn modelId="{4CDF3F9C-155D-43C1-93AA-0EA69240C533}" type="presParOf" srcId="{D0414D83-DBAA-4726-97A5-2E30AD4024F7}" destId="{9AF52412-F902-4B3B-8475-8E7207F7C85B}" srcOrd="1" destOrd="0" presId="urn:microsoft.com/office/officeart/2005/8/layout/hierarchy3"/>
    <dgm:cxn modelId="{B3EF4DEE-2A24-4E51-83FE-4A04A6BC7E22}" type="presParOf" srcId="{02F19DF0-6AFC-4F9D-B317-6D9DDEBE1F68}" destId="{463F6C27-1E1E-4DB0-8575-B397E8E536A4}" srcOrd="2" destOrd="0" presId="urn:microsoft.com/office/officeart/2005/8/layout/hierarchy3"/>
    <dgm:cxn modelId="{260D998A-0787-4C51-9FEA-98062026D850}" type="presParOf" srcId="{463F6C27-1E1E-4DB0-8575-B397E8E536A4}" destId="{8BF9EE92-8C09-4F77-8788-2FD3D755A1A9}" srcOrd="0" destOrd="0" presId="urn:microsoft.com/office/officeart/2005/8/layout/hierarchy3"/>
    <dgm:cxn modelId="{D6D83759-0E97-4006-A9AB-0889344BBFB5}" type="presParOf" srcId="{8BF9EE92-8C09-4F77-8788-2FD3D755A1A9}" destId="{B3EE1F7D-D94E-49CC-879A-77E3829710B9}" srcOrd="0" destOrd="0" presId="urn:microsoft.com/office/officeart/2005/8/layout/hierarchy3"/>
    <dgm:cxn modelId="{44C5EA03-BCF8-4499-BBFF-D8A2682B58DB}" type="presParOf" srcId="{8BF9EE92-8C09-4F77-8788-2FD3D755A1A9}" destId="{BEFEA60B-AF37-47FC-AD5D-67BCC7C6C045}" srcOrd="1" destOrd="0" presId="urn:microsoft.com/office/officeart/2005/8/layout/hierarchy3"/>
    <dgm:cxn modelId="{7973B814-0C5F-4349-897C-EDACD0DEB1E9}" type="presParOf" srcId="{463F6C27-1E1E-4DB0-8575-B397E8E536A4}" destId="{5EF9D2B6-6016-4A3F-90D4-DBE8E0178F29}" srcOrd="1" destOrd="0" presId="urn:microsoft.com/office/officeart/2005/8/layout/hierarchy3"/>
    <dgm:cxn modelId="{7568B492-D644-4094-A29C-CB0B55B0DA9C}" type="presParOf" srcId="{5EF9D2B6-6016-4A3F-90D4-DBE8E0178F29}" destId="{F536193B-7BFA-4561-AB56-D20513E6887C}" srcOrd="0" destOrd="0" presId="urn:microsoft.com/office/officeart/2005/8/layout/hierarchy3"/>
    <dgm:cxn modelId="{E36531B7-4DB0-427C-83BD-9758680010E1}" type="presParOf" srcId="{5EF9D2B6-6016-4A3F-90D4-DBE8E0178F29}" destId="{E68299A5-0AC9-4AA1-B477-1C1243E41FF9}" srcOrd="1" destOrd="0" presId="urn:microsoft.com/office/officeart/2005/8/layout/hierarchy3"/>
    <dgm:cxn modelId="{43C5393C-6B60-4C82-968A-F2526220F320}" type="presParOf" srcId="{02F19DF0-6AFC-4F9D-B317-6D9DDEBE1F68}" destId="{DD45B45C-055D-4239-8BF4-5487C62AE8BA}" srcOrd="3" destOrd="0" presId="urn:microsoft.com/office/officeart/2005/8/layout/hierarchy3"/>
    <dgm:cxn modelId="{757E231E-7952-4477-94A3-88F8C3CFB8E5}" type="presParOf" srcId="{DD45B45C-055D-4239-8BF4-5487C62AE8BA}" destId="{76A71B95-A294-4D7C-80E2-623F86F2E75E}" srcOrd="0" destOrd="0" presId="urn:microsoft.com/office/officeart/2005/8/layout/hierarchy3"/>
    <dgm:cxn modelId="{902C6EB6-D9A4-4BDA-BEAE-AB31DEACEC80}" type="presParOf" srcId="{76A71B95-A294-4D7C-80E2-623F86F2E75E}" destId="{33961ECB-40EE-48EE-81EE-D600EA65EB63}" srcOrd="0" destOrd="0" presId="urn:microsoft.com/office/officeart/2005/8/layout/hierarchy3"/>
    <dgm:cxn modelId="{FCEC3692-3C62-49AE-A8A7-2A63689E81D5}" type="presParOf" srcId="{76A71B95-A294-4D7C-80E2-623F86F2E75E}" destId="{2D186ACD-73DD-41BD-94B4-B079FB2E09AA}" srcOrd="1" destOrd="0" presId="urn:microsoft.com/office/officeart/2005/8/layout/hierarchy3"/>
    <dgm:cxn modelId="{4D69F320-F04E-42F9-AC3E-D387B3DFD0A0}" type="presParOf" srcId="{DD45B45C-055D-4239-8BF4-5487C62AE8BA}" destId="{5DA2FAF2-791D-400F-8655-B1462AB229E7}" srcOrd="1" destOrd="0" presId="urn:microsoft.com/office/officeart/2005/8/layout/hierarchy3"/>
    <dgm:cxn modelId="{1F344C49-A09D-416F-B362-038591CC6158}" type="presParOf" srcId="{5DA2FAF2-791D-400F-8655-B1462AB229E7}" destId="{9DE3C073-A749-4974-BADD-974331365F4F}" srcOrd="0" destOrd="0" presId="urn:microsoft.com/office/officeart/2005/8/layout/hierarchy3"/>
    <dgm:cxn modelId="{ADB028A8-02E5-4B2E-A984-25B17DA77D9D}" type="presParOf" srcId="{5DA2FAF2-791D-400F-8655-B1462AB229E7}" destId="{F7D9191D-1E82-4F98-9438-E8056FCB5A85}" srcOrd="1" destOrd="0" presId="urn:microsoft.com/office/officeart/2005/8/layout/hierarchy3"/>
    <dgm:cxn modelId="{19EBC07A-9019-40BA-91A3-F0876329F279}" type="presParOf" srcId="{02F19DF0-6AFC-4F9D-B317-6D9DDEBE1F68}" destId="{5A4D9865-220B-44A2-AB81-752AAB925AC8}" srcOrd="4" destOrd="0" presId="urn:microsoft.com/office/officeart/2005/8/layout/hierarchy3"/>
    <dgm:cxn modelId="{1B75C206-329D-4F88-A8C2-52F549D8EAA8}" type="presParOf" srcId="{5A4D9865-220B-44A2-AB81-752AAB925AC8}" destId="{7218CCB8-E3FC-41E5-B19D-B7E49347FA91}" srcOrd="0" destOrd="0" presId="urn:microsoft.com/office/officeart/2005/8/layout/hierarchy3"/>
    <dgm:cxn modelId="{625C15AE-B96A-43DA-9091-D4555DD9EDF4}" type="presParOf" srcId="{7218CCB8-E3FC-41E5-B19D-B7E49347FA91}" destId="{F74AEC9E-7E1E-4E51-A981-403F068B2BCA}" srcOrd="0" destOrd="0" presId="urn:microsoft.com/office/officeart/2005/8/layout/hierarchy3"/>
    <dgm:cxn modelId="{D1857F5E-E863-4893-B0CC-DDAF1493144B}" type="presParOf" srcId="{7218CCB8-E3FC-41E5-B19D-B7E49347FA91}" destId="{3ADBED41-5846-4AFE-BBB2-C10CDB3BF412}" srcOrd="1" destOrd="0" presId="urn:microsoft.com/office/officeart/2005/8/layout/hierarchy3"/>
    <dgm:cxn modelId="{C307B89C-866A-4834-A0A6-7C60205F950E}" type="presParOf" srcId="{5A4D9865-220B-44A2-AB81-752AAB925AC8}" destId="{482403FC-CDB9-4C82-9047-B16F920FBD41}" srcOrd="1" destOrd="0" presId="urn:microsoft.com/office/officeart/2005/8/layout/hierarchy3"/>
    <dgm:cxn modelId="{DBDCCBF2-DBCF-4FA6-B2FE-BF2DA644B8B5}" type="presParOf" srcId="{482403FC-CDB9-4C82-9047-B16F920FBD41}" destId="{8D1ABC99-8137-4542-891F-A76E4272E8E7}" srcOrd="0" destOrd="0" presId="urn:microsoft.com/office/officeart/2005/8/layout/hierarchy3"/>
    <dgm:cxn modelId="{5EFEDA66-7C79-4815-9C63-AAC1FB455506}" type="presParOf" srcId="{482403FC-CDB9-4C82-9047-B16F920FBD41}" destId="{CE60209C-A74C-4445-90D2-464DC45DC32F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C2A67E2-C82C-4432-B85D-804E4DF5C9F4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B506E9-815F-4969-BFF9-0E1A4E0201C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Third-party packages are pulled straight into the codebase, so a vulnerable or malicious dependency becomes the project's problem the moment it's added.</a:t>
          </a:r>
        </a:p>
      </dgm:t>
    </dgm:pt>
    <dgm:pt modelId="{32DFF8E6-FF2D-471F-898B-407163D1E5C2}" type="parTrans" cxnId="{A076C89F-0E66-48CE-88E9-9027191642E0}">
      <dgm:prSet/>
      <dgm:spPr/>
      <dgm:t>
        <a:bodyPr/>
        <a:lstStyle/>
        <a:p>
          <a:endParaRPr lang="en-US"/>
        </a:p>
      </dgm:t>
    </dgm:pt>
    <dgm:pt modelId="{FC7D4EF2-CF70-49EA-B853-28B164C15D00}" type="sibTrans" cxnId="{A076C89F-0E66-48CE-88E9-9027191642E0}">
      <dgm:prSet/>
      <dgm:spPr/>
      <dgm:t>
        <a:bodyPr/>
        <a:lstStyle/>
        <a:p>
          <a:endParaRPr lang="en-US"/>
        </a:p>
      </dgm:t>
    </dgm:pt>
    <dgm:pt modelId="{EAD45F8C-E4F5-4A9E-8DD8-AA31B037195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Integrate static application security testing (SAST) and dependency scanning directly into the CI/CD pipeline so every push and pull request gets checked automatically.</a:t>
          </a:r>
        </a:p>
      </dgm:t>
    </dgm:pt>
    <dgm:pt modelId="{2953E3CB-DDA6-48B6-912B-A4FF2E0AC086}" type="parTrans" cxnId="{D977D883-6212-4287-9C9A-7F021648B144}">
      <dgm:prSet/>
      <dgm:spPr/>
      <dgm:t>
        <a:bodyPr/>
        <a:lstStyle/>
        <a:p>
          <a:endParaRPr lang="en-US"/>
        </a:p>
      </dgm:t>
    </dgm:pt>
    <dgm:pt modelId="{AC6FAA46-80C3-4DB1-8ACB-D5CA9B3939D4}" type="sibTrans" cxnId="{D977D883-6212-4287-9C9A-7F021648B144}">
      <dgm:prSet/>
      <dgm:spPr/>
      <dgm:t>
        <a:bodyPr/>
        <a:lstStyle/>
        <a:p>
          <a:endParaRPr lang="en-US"/>
        </a:p>
      </dgm:t>
    </dgm:pt>
    <dgm:pt modelId="{A33791CC-0D30-45A7-9CDB-51C1EFF1941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Tools like GitHub Dependabot, Snyk, and OWASP Dependency-Check can flag known vulnerabilities (CVEs) before they ever reach production.</a:t>
          </a:r>
        </a:p>
      </dgm:t>
    </dgm:pt>
    <dgm:pt modelId="{0D296EEE-8542-4290-B716-C123ED562D79}" type="parTrans" cxnId="{C14108EA-28FC-4F30-885E-9AE158E38EF0}">
      <dgm:prSet/>
      <dgm:spPr/>
      <dgm:t>
        <a:bodyPr/>
        <a:lstStyle/>
        <a:p>
          <a:endParaRPr lang="en-US"/>
        </a:p>
      </dgm:t>
    </dgm:pt>
    <dgm:pt modelId="{677AF3F8-A274-473E-9E51-CDD01B242B92}" type="sibTrans" cxnId="{C14108EA-28FC-4F30-885E-9AE158E38EF0}">
      <dgm:prSet/>
      <dgm:spPr/>
      <dgm:t>
        <a:bodyPr/>
        <a:lstStyle/>
        <a:p>
          <a:endParaRPr lang="en-US"/>
        </a:p>
      </dgm:t>
    </dgm:pt>
    <dgm:pt modelId="{F7C2F966-88C5-4F05-AC2B-9C06D5BB948E}" type="pres">
      <dgm:prSet presAssocID="{5C2A67E2-C82C-4432-B85D-804E4DF5C9F4}" presName="root" presStyleCnt="0">
        <dgm:presLayoutVars>
          <dgm:dir/>
          <dgm:resizeHandles val="exact"/>
        </dgm:presLayoutVars>
      </dgm:prSet>
      <dgm:spPr/>
    </dgm:pt>
    <dgm:pt modelId="{32B6FBE1-4F6A-4529-AF51-EFE5CAED8953}" type="pres">
      <dgm:prSet presAssocID="{2AB506E9-815F-4969-BFF9-0E1A4E0201C2}" presName="compNode" presStyleCnt="0"/>
      <dgm:spPr/>
    </dgm:pt>
    <dgm:pt modelId="{C82D8497-6EC3-47A3-8027-4C969019899E}" type="pres">
      <dgm:prSet presAssocID="{2AB506E9-815F-4969-BFF9-0E1A4E0201C2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B87CC9F-CF05-437C-8512-4592E77B854E}" type="pres">
      <dgm:prSet presAssocID="{2AB506E9-815F-4969-BFF9-0E1A4E0201C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0CC66E57-03EB-414A-A8E8-B5F29DCD94C9}" type="pres">
      <dgm:prSet presAssocID="{2AB506E9-815F-4969-BFF9-0E1A4E0201C2}" presName="spaceRect" presStyleCnt="0"/>
      <dgm:spPr/>
    </dgm:pt>
    <dgm:pt modelId="{C43583DA-D3CD-4382-B846-06AB8080F29C}" type="pres">
      <dgm:prSet presAssocID="{2AB506E9-815F-4969-BFF9-0E1A4E0201C2}" presName="textRect" presStyleLbl="revTx" presStyleIdx="0" presStyleCnt="3">
        <dgm:presLayoutVars>
          <dgm:chMax val="1"/>
          <dgm:chPref val="1"/>
        </dgm:presLayoutVars>
      </dgm:prSet>
      <dgm:spPr/>
    </dgm:pt>
    <dgm:pt modelId="{0E100AE9-E460-41EC-B35A-A0B7E8040B60}" type="pres">
      <dgm:prSet presAssocID="{FC7D4EF2-CF70-49EA-B853-28B164C15D00}" presName="sibTrans" presStyleCnt="0"/>
      <dgm:spPr/>
    </dgm:pt>
    <dgm:pt modelId="{31894025-FB59-428E-A8F8-CF47335EB2B4}" type="pres">
      <dgm:prSet presAssocID="{EAD45F8C-E4F5-4A9E-8DD8-AA31B037195E}" presName="compNode" presStyleCnt="0"/>
      <dgm:spPr/>
    </dgm:pt>
    <dgm:pt modelId="{6E73FBD0-22C9-4A35-A179-7A87F7BB04C3}" type="pres">
      <dgm:prSet presAssocID="{EAD45F8C-E4F5-4A9E-8DD8-AA31B037195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4C133D8-0BA6-45AC-AEBF-5888FF39D101}" type="pres">
      <dgm:prSet presAssocID="{EAD45F8C-E4F5-4A9E-8DD8-AA31B037195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7C1CCCD-EF7A-49C0-A30A-2F5D8FB668EA}" type="pres">
      <dgm:prSet presAssocID="{EAD45F8C-E4F5-4A9E-8DD8-AA31B037195E}" presName="spaceRect" presStyleCnt="0"/>
      <dgm:spPr/>
    </dgm:pt>
    <dgm:pt modelId="{4883B733-066E-45FB-A77D-61CCFCF446D6}" type="pres">
      <dgm:prSet presAssocID="{EAD45F8C-E4F5-4A9E-8DD8-AA31B037195E}" presName="textRect" presStyleLbl="revTx" presStyleIdx="1" presStyleCnt="3">
        <dgm:presLayoutVars>
          <dgm:chMax val="1"/>
          <dgm:chPref val="1"/>
        </dgm:presLayoutVars>
      </dgm:prSet>
      <dgm:spPr/>
    </dgm:pt>
    <dgm:pt modelId="{71BF3530-45F9-44FE-B751-D81E3FD515B4}" type="pres">
      <dgm:prSet presAssocID="{AC6FAA46-80C3-4DB1-8ACB-D5CA9B3939D4}" presName="sibTrans" presStyleCnt="0"/>
      <dgm:spPr/>
    </dgm:pt>
    <dgm:pt modelId="{D321882E-1E80-40A2-97F2-08A834EA4CDB}" type="pres">
      <dgm:prSet presAssocID="{A33791CC-0D30-45A7-9CDB-51C1EFF1941A}" presName="compNode" presStyleCnt="0"/>
      <dgm:spPr/>
    </dgm:pt>
    <dgm:pt modelId="{5534E1AF-DC20-4474-AC3A-E1C057CFC0E0}" type="pres">
      <dgm:prSet presAssocID="{A33791CC-0D30-45A7-9CDB-51C1EFF1941A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EF887D0-B94B-484E-94C0-D0C66202FD1E}" type="pres">
      <dgm:prSet presAssocID="{A33791CC-0D30-45A7-9CDB-51C1EFF1941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g spray"/>
        </a:ext>
      </dgm:extLst>
    </dgm:pt>
    <dgm:pt modelId="{4F23ECE6-4777-4F9B-8C3C-F93718239B96}" type="pres">
      <dgm:prSet presAssocID="{A33791CC-0D30-45A7-9CDB-51C1EFF1941A}" presName="spaceRect" presStyleCnt="0"/>
      <dgm:spPr/>
    </dgm:pt>
    <dgm:pt modelId="{DC672C3E-2206-4A6D-A67F-E9745B40B1AE}" type="pres">
      <dgm:prSet presAssocID="{A33791CC-0D30-45A7-9CDB-51C1EFF1941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346FF01-7285-4677-9B46-3C9E5788A5FC}" type="presOf" srcId="{A33791CC-0D30-45A7-9CDB-51C1EFF1941A}" destId="{DC672C3E-2206-4A6D-A67F-E9745B40B1AE}" srcOrd="0" destOrd="0" presId="urn:microsoft.com/office/officeart/2018/5/layout/IconLeafLabelList"/>
    <dgm:cxn modelId="{AE05773F-87BC-4814-A1CA-3C3CAA85A7B5}" type="presOf" srcId="{EAD45F8C-E4F5-4A9E-8DD8-AA31B037195E}" destId="{4883B733-066E-45FB-A77D-61CCFCF446D6}" srcOrd="0" destOrd="0" presId="urn:microsoft.com/office/officeart/2018/5/layout/IconLeafLabelList"/>
    <dgm:cxn modelId="{D977D883-6212-4287-9C9A-7F021648B144}" srcId="{5C2A67E2-C82C-4432-B85D-804E4DF5C9F4}" destId="{EAD45F8C-E4F5-4A9E-8DD8-AA31B037195E}" srcOrd="1" destOrd="0" parTransId="{2953E3CB-DDA6-48B6-912B-A4FF2E0AC086}" sibTransId="{AC6FAA46-80C3-4DB1-8ACB-D5CA9B3939D4}"/>
    <dgm:cxn modelId="{A076C89F-0E66-48CE-88E9-9027191642E0}" srcId="{5C2A67E2-C82C-4432-B85D-804E4DF5C9F4}" destId="{2AB506E9-815F-4969-BFF9-0E1A4E0201C2}" srcOrd="0" destOrd="0" parTransId="{32DFF8E6-FF2D-471F-898B-407163D1E5C2}" sibTransId="{FC7D4EF2-CF70-49EA-B853-28B164C15D00}"/>
    <dgm:cxn modelId="{DB2E42BC-11BD-4811-8E48-48CC48116FC3}" type="presOf" srcId="{2AB506E9-815F-4969-BFF9-0E1A4E0201C2}" destId="{C43583DA-D3CD-4382-B846-06AB8080F29C}" srcOrd="0" destOrd="0" presId="urn:microsoft.com/office/officeart/2018/5/layout/IconLeafLabelList"/>
    <dgm:cxn modelId="{31B035C3-5F03-448F-A769-03202DB63167}" type="presOf" srcId="{5C2A67E2-C82C-4432-B85D-804E4DF5C9F4}" destId="{F7C2F966-88C5-4F05-AC2B-9C06D5BB948E}" srcOrd="0" destOrd="0" presId="urn:microsoft.com/office/officeart/2018/5/layout/IconLeafLabelList"/>
    <dgm:cxn modelId="{C14108EA-28FC-4F30-885E-9AE158E38EF0}" srcId="{5C2A67E2-C82C-4432-B85D-804E4DF5C9F4}" destId="{A33791CC-0D30-45A7-9CDB-51C1EFF1941A}" srcOrd="2" destOrd="0" parTransId="{0D296EEE-8542-4290-B716-C123ED562D79}" sibTransId="{677AF3F8-A274-473E-9E51-CDD01B242B92}"/>
    <dgm:cxn modelId="{2FE158F8-CE6F-42F7-9330-58E07BDAAD47}" type="presParOf" srcId="{F7C2F966-88C5-4F05-AC2B-9C06D5BB948E}" destId="{32B6FBE1-4F6A-4529-AF51-EFE5CAED8953}" srcOrd="0" destOrd="0" presId="urn:microsoft.com/office/officeart/2018/5/layout/IconLeafLabelList"/>
    <dgm:cxn modelId="{6BECE48A-9CE8-49BE-A3FB-AE20E1A5DFFF}" type="presParOf" srcId="{32B6FBE1-4F6A-4529-AF51-EFE5CAED8953}" destId="{C82D8497-6EC3-47A3-8027-4C969019899E}" srcOrd="0" destOrd="0" presId="urn:microsoft.com/office/officeart/2018/5/layout/IconLeafLabelList"/>
    <dgm:cxn modelId="{9F699D2D-E1F7-4269-8528-F9B584319BC3}" type="presParOf" srcId="{32B6FBE1-4F6A-4529-AF51-EFE5CAED8953}" destId="{7B87CC9F-CF05-437C-8512-4592E77B854E}" srcOrd="1" destOrd="0" presId="urn:microsoft.com/office/officeart/2018/5/layout/IconLeafLabelList"/>
    <dgm:cxn modelId="{6B5E0826-C6B8-4685-93FA-F24DAFA87F2C}" type="presParOf" srcId="{32B6FBE1-4F6A-4529-AF51-EFE5CAED8953}" destId="{0CC66E57-03EB-414A-A8E8-B5F29DCD94C9}" srcOrd="2" destOrd="0" presId="urn:microsoft.com/office/officeart/2018/5/layout/IconLeafLabelList"/>
    <dgm:cxn modelId="{C2E9570E-1D88-4EC5-BB5D-F103FF0C512A}" type="presParOf" srcId="{32B6FBE1-4F6A-4529-AF51-EFE5CAED8953}" destId="{C43583DA-D3CD-4382-B846-06AB8080F29C}" srcOrd="3" destOrd="0" presId="urn:microsoft.com/office/officeart/2018/5/layout/IconLeafLabelList"/>
    <dgm:cxn modelId="{1952A00E-C6DB-49F1-B500-6B857CE04526}" type="presParOf" srcId="{F7C2F966-88C5-4F05-AC2B-9C06D5BB948E}" destId="{0E100AE9-E460-41EC-B35A-A0B7E8040B60}" srcOrd="1" destOrd="0" presId="urn:microsoft.com/office/officeart/2018/5/layout/IconLeafLabelList"/>
    <dgm:cxn modelId="{A77599CB-5D86-4BDB-BC63-5539B5960339}" type="presParOf" srcId="{F7C2F966-88C5-4F05-AC2B-9C06D5BB948E}" destId="{31894025-FB59-428E-A8F8-CF47335EB2B4}" srcOrd="2" destOrd="0" presId="urn:microsoft.com/office/officeart/2018/5/layout/IconLeafLabelList"/>
    <dgm:cxn modelId="{404F670E-BC84-44DB-B8BA-1685C53DA1CD}" type="presParOf" srcId="{31894025-FB59-428E-A8F8-CF47335EB2B4}" destId="{6E73FBD0-22C9-4A35-A179-7A87F7BB04C3}" srcOrd="0" destOrd="0" presId="urn:microsoft.com/office/officeart/2018/5/layout/IconLeafLabelList"/>
    <dgm:cxn modelId="{843CE1AC-AE9D-42AB-B987-289F82301F2C}" type="presParOf" srcId="{31894025-FB59-428E-A8F8-CF47335EB2B4}" destId="{34C133D8-0BA6-45AC-AEBF-5888FF39D101}" srcOrd="1" destOrd="0" presId="urn:microsoft.com/office/officeart/2018/5/layout/IconLeafLabelList"/>
    <dgm:cxn modelId="{D3970ED0-AAFC-4001-A7F3-AE11E1E29422}" type="presParOf" srcId="{31894025-FB59-428E-A8F8-CF47335EB2B4}" destId="{D7C1CCCD-EF7A-49C0-A30A-2F5D8FB668EA}" srcOrd="2" destOrd="0" presId="urn:microsoft.com/office/officeart/2018/5/layout/IconLeafLabelList"/>
    <dgm:cxn modelId="{F4926933-BC4C-4812-B8E1-426D4E900979}" type="presParOf" srcId="{31894025-FB59-428E-A8F8-CF47335EB2B4}" destId="{4883B733-066E-45FB-A77D-61CCFCF446D6}" srcOrd="3" destOrd="0" presId="urn:microsoft.com/office/officeart/2018/5/layout/IconLeafLabelList"/>
    <dgm:cxn modelId="{CF2F97AB-0774-4E14-B2BF-53F06BC5D8AC}" type="presParOf" srcId="{F7C2F966-88C5-4F05-AC2B-9C06D5BB948E}" destId="{71BF3530-45F9-44FE-B751-D81E3FD515B4}" srcOrd="3" destOrd="0" presId="urn:microsoft.com/office/officeart/2018/5/layout/IconLeafLabelList"/>
    <dgm:cxn modelId="{4E167C2D-9F09-452E-AC73-21D3580C69FA}" type="presParOf" srcId="{F7C2F966-88C5-4F05-AC2B-9C06D5BB948E}" destId="{D321882E-1E80-40A2-97F2-08A834EA4CDB}" srcOrd="4" destOrd="0" presId="urn:microsoft.com/office/officeart/2018/5/layout/IconLeafLabelList"/>
    <dgm:cxn modelId="{A01ADE96-08B1-4FE8-9F4C-57000122F269}" type="presParOf" srcId="{D321882E-1E80-40A2-97F2-08A834EA4CDB}" destId="{5534E1AF-DC20-4474-AC3A-E1C057CFC0E0}" srcOrd="0" destOrd="0" presId="urn:microsoft.com/office/officeart/2018/5/layout/IconLeafLabelList"/>
    <dgm:cxn modelId="{CBF89916-6044-456D-821A-424E698046D7}" type="presParOf" srcId="{D321882E-1E80-40A2-97F2-08A834EA4CDB}" destId="{8EF887D0-B94B-484E-94C0-D0C66202FD1E}" srcOrd="1" destOrd="0" presId="urn:microsoft.com/office/officeart/2018/5/layout/IconLeafLabelList"/>
    <dgm:cxn modelId="{BDFEDF34-8BA9-45EA-B8D8-2E8F575EFD9A}" type="presParOf" srcId="{D321882E-1E80-40A2-97F2-08A834EA4CDB}" destId="{4F23ECE6-4777-4F9B-8C3C-F93718239B96}" srcOrd="2" destOrd="0" presId="urn:microsoft.com/office/officeart/2018/5/layout/IconLeafLabelList"/>
    <dgm:cxn modelId="{53493646-4118-48D1-81A0-1B66930C2B65}" type="presParOf" srcId="{D321882E-1E80-40A2-97F2-08A834EA4CDB}" destId="{DC672C3E-2206-4A6D-A67F-E9745B40B1A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4B401F5-DED4-4CB7-848B-0290F5F2BA2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375BF1-EDAB-47D5-B943-3D8A18F4A0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Review audit logs regularly to catch unusual activity, a sudden repository visibility change or an unexpected new admin are both worth flagging.</a:t>
          </a:r>
        </a:p>
      </dgm:t>
    </dgm:pt>
    <dgm:pt modelId="{7C74601C-0968-43C9-BF41-82B2C6CB8253}" type="parTrans" cxnId="{17D4385A-FA1A-474C-A730-489D609DF4BF}">
      <dgm:prSet/>
      <dgm:spPr/>
      <dgm:t>
        <a:bodyPr/>
        <a:lstStyle/>
        <a:p>
          <a:endParaRPr lang="en-US"/>
        </a:p>
      </dgm:t>
    </dgm:pt>
    <dgm:pt modelId="{DA209CF2-BDA3-4178-B880-7C03A7A0E5A0}" type="sibTrans" cxnId="{17D4385A-FA1A-474C-A730-489D609DF4B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362ED7-CD58-407E-8FA6-1E69E0AA24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Schedule periodic security reviews (quarterly is a reasonable starting cadence) to reassess access permissions, dependency freshness, and alignment with standards like the OWASP Top 10.</a:t>
          </a:r>
        </a:p>
      </dgm:t>
    </dgm:pt>
    <dgm:pt modelId="{731BD975-196E-47C1-B9D9-EFC3EC4C8609}" type="parTrans" cxnId="{70E272A8-0349-49DA-B9AB-A9EC2B2C9726}">
      <dgm:prSet/>
      <dgm:spPr/>
      <dgm:t>
        <a:bodyPr/>
        <a:lstStyle/>
        <a:p>
          <a:endParaRPr lang="en-US"/>
        </a:p>
      </dgm:t>
    </dgm:pt>
    <dgm:pt modelId="{196CDFF2-95B5-4116-819E-27FC6F07059C}" type="sibTrans" cxnId="{70E272A8-0349-49DA-B9AB-A9EC2B2C972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E279BD3-557D-4BFE-B798-45AD16FF2A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 formal onboarding and offboarding processes so access is granted and revoked deliberately, not left over from a role someone no longer has.</a:t>
          </a:r>
        </a:p>
      </dgm:t>
    </dgm:pt>
    <dgm:pt modelId="{0D86B2E0-A892-4BF0-B3A0-915EE1591C50}" type="parTrans" cxnId="{0954B027-70EF-41A0-A6CB-81E7E50B94B4}">
      <dgm:prSet/>
      <dgm:spPr/>
      <dgm:t>
        <a:bodyPr/>
        <a:lstStyle/>
        <a:p>
          <a:endParaRPr lang="en-US"/>
        </a:p>
      </dgm:t>
    </dgm:pt>
    <dgm:pt modelId="{6A9BFE43-25E5-4586-B385-FAF0CDD22ECF}" type="sibTrans" cxnId="{0954B027-70EF-41A0-A6CB-81E7E50B94B4}">
      <dgm:prSet/>
      <dgm:spPr/>
      <dgm:t>
        <a:bodyPr/>
        <a:lstStyle/>
        <a:p>
          <a:endParaRPr lang="en-US"/>
        </a:p>
      </dgm:t>
    </dgm:pt>
    <dgm:pt modelId="{746F3B8E-50E1-4D03-81BF-D8CA0DB6A41F}" type="pres">
      <dgm:prSet presAssocID="{F4B401F5-DED4-4CB7-848B-0290F5F2BA23}" presName="root" presStyleCnt="0">
        <dgm:presLayoutVars>
          <dgm:dir/>
          <dgm:resizeHandles val="exact"/>
        </dgm:presLayoutVars>
      </dgm:prSet>
      <dgm:spPr/>
    </dgm:pt>
    <dgm:pt modelId="{A4B833D6-B1FB-4317-BD4C-AC11AB8E18D0}" type="pres">
      <dgm:prSet presAssocID="{F4B401F5-DED4-4CB7-848B-0290F5F2BA23}" presName="container" presStyleCnt="0">
        <dgm:presLayoutVars>
          <dgm:dir/>
          <dgm:resizeHandles val="exact"/>
        </dgm:presLayoutVars>
      </dgm:prSet>
      <dgm:spPr/>
    </dgm:pt>
    <dgm:pt modelId="{F29715C9-5236-44AD-838D-1DC14D3AD9D7}" type="pres">
      <dgm:prSet presAssocID="{3C375BF1-EDAB-47D5-B943-3D8A18F4A07F}" presName="compNode" presStyleCnt="0"/>
      <dgm:spPr/>
    </dgm:pt>
    <dgm:pt modelId="{48579C08-9C62-4737-814E-2B44C119CAF5}" type="pres">
      <dgm:prSet presAssocID="{3C375BF1-EDAB-47D5-B943-3D8A18F4A07F}" presName="iconBgRect" presStyleLbl="bgShp" presStyleIdx="0" presStyleCnt="3"/>
      <dgm:spPr/>
    </dgm:pt>
    <dgm:pt modelId="{25344926-8978-4B80-814D-77861036268F}" type="pres">
      <dgm:prSet presAssocID="{3C375BF1-EDAB-47D5-B943-3D8A18F4A07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703DF56B-CF08-4F02-9E44-A458FA7A9969}" type="pres">
      <dgm:prSet presAssocID="{3C375BF1-EDAB-47D5-B943-3D8A18F4A07F}" presName="spaceRect" presStyleCnt="0"/>
      <dgm:spPr/>
    </dgm:pt>
    <dgm:pt modelId="{F3816FBF-CDD7-4AC0-B6DD-32A87CE8B0F7}" type="pres">
      <dgm:prSet presAssocID="{3C375BF1-EDAB-47D5-B943-3D8A18F4A07F}" presName="textRect" presStyleLbl="revTx" presStyleIdx="0" presStyleCnt="3">
        <dgm:presLayoutVars>
          <dgm:chMax val="1"/>
          <dgm:chPref val="1"/>
        </dgm:presLayoutVars>
      </dgm:prSet>
      <dgm:spPr/>
    </dgm:pt>
    <dgm:pt modelId="{766BD44C-7503-426A-BE21-D5A6DE6FD778}" type="pres">
      <dgm:prSet presAssocID="{DA209CF2-BDA3-4178-B880-7C03A7A0E5A0}" presName="sibTrans" presStyleLbl="sibTrans2D1" presStyleIdx="0" presStyleCnt="0"/>
      <dgm:spPr/>
    </dgm:pt>
    <dgm:pt modelId="{7F210218-7ADA-44CA-9203-C738F2C7CE06}" type="pres">
      <dgm:prSet presAssocID="{47362ED7-CD58-407E-8FA6-1E69E0AA2408}" presName="compNode" presStyleCnt="0"/>
      <dgm:spPr/>
    </dgm:pt>
    <dgm:pt modelId="{189CA71F-DE24-4B78-B41A-7AD7E5625A65}" type="pres">
      <dgm:prSet presAssocID="{47362ED7-CD58-407E-8FA6-1E69E0AA2408}" presName="iconBgRect" presStyleLbl="bgShp" presStyleIdx="1" presStyleCnt="3"/>
      <dgm:spPr/>
    </dgm:pt>
    <dgm:pt modelId="{44A457D4-A366-419F-BA9F-78CACADAAF7C}" type="pres">
      <dgm:prSet presAssocID="{47362ED7-CD58-407E-8FA6-1E69E0AA240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252FCE52-C46C-4684-9605-0BE6565BB1BB}" type="pres">
      <dgm:prSet presAssocID="{47362ED7-CD58-407E-8FA6-1E69E0AA2408}" presName="spaceRect" presStyleCnt="0"/>
      <dgm:spPr/>
    </dgm:pt>
    <dgm:pt modelId="{3553BE7B-B67F-40C8-A68F-05A63BE490BA}" type="pres">
      <dgm:prSet presAssocID="{47362ED7-CD58-407E-8FA6-1E69E0AA2408}" presName="textRect" presStyleLbl="revTx" presStyleIdx="1" presStyleCnt="3">
        <dgm:presLayoutVars>
          <dgm:chMax val="1"/>
          <dgm:chPref val="1"/>
        </dgm:presLayoutVars>
      </dgm:prSet>
      <dgm:spPr/>
    </dgm:pt>
    <dgm:pt modelId="{A1B4CE22-51FF-4961-9058-BD27CF19720E}" type="pres">
      <dgm:prSet presAssocID="{196CDFF2-95B5-4116-819E-27FC6F07059C}" presName="sibTrans" presStyleLbl="sibTrans2D1" presStyleIdx="0" presStyleCnt="0"/>
      <dgm:spPr/>
    </dgm:pt>
    <dgm:pt modelId="{50A1483E-96C0-4B13-8CAB-A811FB1FB0C5}" type="pres">
      <dgm:prSet presAssocID="{2E279BD3-557D-4BFE-B798-45AD16FF2AB7}" presName="compNode" presStyleCnt="0"/>
      <dgm:spPr/>
    </dgm:pt>
    <dgm:pt modelId="{2A06D9D7-6C06-4E32-8452-FB8F9541C31E}" type="pres">
      <dgm:prSet presAssocID="{2E279BD3-557D-4BFE-B798-45AD16FF2AB7}" presName="iconBgRect" presStyleLbl="bgShp" presStyleIdx="2" presStyleCnt="3"/>
      <dgm:spPr/>
    </dgm:pt>
    <dgm:pt modelId="{A5A35C88-2A66-4300-A51F-EEA9A74559B9}" type="pres">
      <dgm:prSet presAssocID="{2E279BD3-557D-4BFE-B798-45AD16FF2AB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942E9254-FBA3-4B05-A8E2-F698585F751A}" type="pres">
      <dgm:prSet presAssocID="{2E279BD3-557D-4BFE-B798-45AD16FF2AB7}" presName="spaceRect" presStyleCnt="0"/>
      <dgm:spPr/>
    </dgm:pt>
    <dgm:pt modelId="{A08D8E99-7EC5-446B-9D33-91B51ED24C96}" type="pres">
      <dgm:prSet presAssocID="{2E279BD3-557D-4BFE-B798-45AD16FF2AB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6B20C05-BFDA-4565-B8D7-323881E16B2F}" type="presOf" srcId="{196CDFF2-95B5-4116-819E-27FC6F07059C}" destId="{A1B4CE22-51FF-4961-9058-BD27CF19720E}" srcOrd="0" destOrd="0" presId="urn:microsoft.com/office/officeart/2018/2/layout/IconCircleList"/>
    <dgm:cxn modelId="{0954B027-70EF-41A0-A6CB-81E7E50B94B4}" srcId="{F4B401F5-DED4-4CB7-848B-0290F5F2BA23}" destId="{2E279BD3-557D-4BFE-B798-45AD16FF2AB7}" srcOrd="2" destOrd="0" parTransId="{0D86B2E0-A892-4BF0-B3A0-915EE1591C50}" sibTransId="{6A9BFE43-25E5-4586-B385-FAF0CDD22ECF}"/>
    <dgm:cxn modelId="{E0B1FC3B-7BCC-458D-9B42-F784BE5BA96D}" type="presOf" srcId="{3C375BF1-EDAB-47D5-B943-3D8A18F4A07F}" destId="{F3816FBF-CDD7-4AC0-B6DD-32A87CE8B0F7}" srcOrd="0" destOrd="0" presId="urn:microsoft.com/office/officeart/2018/2/layout/IconCircleList"/>
    <dgm:cxn modelId="{17D4385A-FA1A-474C-A730-489D609DF4BF}" srcId="{F4B401F5-DED4-4CB7-848B-0290F5F2BA23}" destId="{3C375BF1-EDAB-47D5-B943-3D8A18F4A07F}" srcOrd="0" destOrd="0" parTransId="{7C74601C-0968-43C9-BF41-82B2C6CB8253}" sibTransId="{DA209CF2-BDA3-4178-B880-7C03A7A0E5A0}"/>
    <dgm:cxn modelId="{5A6F7C86-3B88-4EB9-91D5-DD5B2698658A}" type="presOf" srcId="{47362ED7-CD58-407E-8FA6-1E69E0AA2408}" destId="{3553BE7B-B67F-40C8-A68F-05A63BE490BA}" srcOrd="0" destOrd="0" presId="urn:microsoft.com/office/officeart/2018/2/layout/IconCircleList"/>
    <dgm:cxn modelId="{A537E896-0103-4738-8D51-49D0C268F1C2}" type="presOf" srcId="{F4B401F5-DED4-4CB7-848B-0290F5F2BA23}" destId="{746F3B8E-50E1-4D03-81BF-D8CA0DB6A41F}" srcOrd="0" destOrd="0" presId="urn:microsoft.com/office/officeart/2018/2/layout/IconCircleList"/>
    <dgm:cxn modelId="{70E272A8-0349-49DA-B9AB-A9EC2B2C9726}" srcId="{F4B401F5-DED4-4CB7-848B-0290F5F2BA23}" destId="{47362ED7-CD58-407E-8FA6-1E69E0AA2408}" srcOrd="1" destOrd="0" parTransId="{731BD975-196E-47C1-B9D9-EFC3EC4C8609}" sibTransId="{196CDFF2-95B5-4116-819E-27FC6F07059C}"/>
    <dgm:cxn modelId="{B6817FCC-AD09-4C00-93B7-A4B1F89A7F4C}" type="presOf" srcId="{2E279BD3-557D-4BFE-B798-45AD16FF2AB7}" destId="{A08D8E99-7EC5-446B-9D33-91B51ED24C96}" srcOrd="0" destOrd="0" presId="urn:microsoft.com/office/officeart/2018/2/layout/IconCircleList"/>
    <dgm:cxn modelId="{A9EF78CE-39DE-4B55-AE14-532612348E9F}" type="presOf" srcId="{DA209CF2-BDA3-4178-B880-7C03A7A0E5A0}" destId="{766BD44C-7503-426A-BE21-D5A6DE6FD778}" srcOrd="0" destOrd="0" presId="urn:microsoft.com/office/officeart/2018/2/layout/IconCircleList"/>
    <dgm:cxn modelId="{FC62ABCF-AA77-4DEA-8425-E53C91A5C2B9}" type="presParOf" srcId="{746F3B8E-50E1-4D03-81BF-D8CA0DB6A41F}" destId="{A4B833D6-B1FB-4317-BD4C-AC11AB8E18D0}" srcOrd="0" destOrd="0" presId="urn:microsoft.com/office/officeart/2018/2/layout/IconCircleList"/>
    <dgm:cxn modelId="{0CB31F14-C13E-4DD4-81EA-C7FF218427E2}" type="presParOf" srcId="{A4B833D6-B1FB-4317-BD4C-AC11AB8E18D0}" destId="{F29715C9-5236-44AD-838D-1DC14D3AD9D7}" srcOrd="0" destOrd="0" presId="urn:microsoft.com/office/officeart/2018/2/layout/IconCircleList"/>
    <dgm:cxn modelId="{519192FF-4394-404B-8133-11B0A669BDF0}" type="presParOf" srcId="{F29715C9-5236-44AD-838D-1DC14D3AD9D7}" destId="{48579C08-9C62-4737-814E-2B44C119CAF5}" srcOrd="0" destOrd="0" presId="urn:microsoft.com/office/officeart/2018/2/layout/IconCircleList"/>
    <dgm:cxn modelId="{5C9E5B84-D65B-4F01-97F6-24C8143BE13B}" type="presParOf" srcId="{F29715C9-5236-44AD-838D-1DC14D3AD9D7}" destId="{25344926-8978-4B80-814D-77861036268F}" srcOrd="1" destOrd="0" presId="urn:microsoft.com/office/officeart/2018/2/layout/IconCircleList"/>
    <dgm:cxn modelId="{C9EC30E9-1B39-4027-95E1-63DCC8FC9656}" type="presParOf" srcId="{F29715C9-5236-44AD-838D-1DC14D3AD9D7}" destId="{703DF56B-CF08-4F02-9E44-A458FA7A9969}" srcOrd="2" destOrd="0" presId="urn:microsoft.com/office/officeart/2018/2/layout/IconCircleList"/>
    <dgm:cxn modelId="{B3552E11-FE03-4EF5-808C-76C0DED0EFAB}" type="presParOf" srcId="{F29715C9-5236-44AD-838D-1DC14D3AD9D7}" destId="{F3816FBF-CDD7-4AC0-B6DD-32A87CE8B0F7}" srcOrd="3" destOrd="0" presId="urn:microsoft.com/office/officeart/2018/2/layout/IconCircleList"/>
    <dgm:cxn modelId="{4D1E2465-AADF-4273-96BC-8AEA2CD0DC95}" type="presParOf" srcId="{A4B833D6-B1FB-4317-BD4C-AC11AB8E18D0}" destId="{766BD44C-7503-426A-BE21-D5A6DE6FD778}" srcOrd="1" destOrd="0" presId="urn:microsoft.com/office/officeart/2018/2/layout/IconCircleList"/>
    <dgm:cxn modelId="{034A99B6-AFA4-4CF0-874E-5F43E5B22FAB}" type="presParOf" srcId="{A4B833D6-B1FB-4317-BD4C-AC11AB8E18D0}" destId="{7F210218-7ADA-44CA-9203-C738F2C7CE06}" srcOrd="2" destOrd="0" presId="urn:microsoft.com/office/officeart/2018/2/layout/IconCircleList"/>
    <dgm:cxn modelId="{0D36C49F-ACBF-4346-B636-DCCC1BFB89CA}" type="presParOf" srcId="{7F210218-7ADA-44CA-9203-C738F2C7CE06}" destId="{189CA71F-DE24-4B78-B41A-7AD7E5625A65}" srcOrd="0" destOrd="0" presId="urn:microsoft.com/office/officeart/2018/2/layout/IconCircleList"/>
    <dgm:cxn modelId="{3E654BA5-CFA2-41AA-92FC-6F8193F5669A}" type="presParOf" srcId="{7F210218-7ADA-44CA-9203-C738F2C7CE06}" destId="{44A457D4-A366-419F-BA9F-78CACADAAF7C}" srcOrd="1" destOrd="0" presId="urn:microsoft.com/office/officeart/2018/2/layout/IconCircleList"/>
    <dgm:cxn modelId="{2012A45A-1AA8-4B4C-A5AA-9ABA879EF364}" type="presParOf" srcId="{7F210218-7ADA-44CA-9203-C738F2C7CE06}" destId="{252FCE52-C46C-4684-9605-0BE6565BB1BB}" srcOrd="2" destOrd="0" presId="urn:microsoft.com/office/officeart/2018/2/layout/IconCircleList"/>
    <dgm:cxn modelId="{8A6B6037-3A3D-4447-9941-022980369C48}" type="presParOf" srcId="{7F210218-7ADA-44CA-9203-C738F2C7CE06}" destId="{3553BE7B-B67F-40C8-A68F-05A63BE490BA}" srcOrd="3" destOrd="0" presId="urn:microsoft.com/office/officeart/2018/2/layout/IconCircleList"/>
    <dgm:cxn modelId="{3D0FF2D9-1370-4878-8BBA-99D411C7DAB1}" type="presParOf" srcId="{A4B833D6-B1FB-4317-BD4C-AC11AB8E18D0}" destId="{A1B4CE22-51FF-4961-9058-BD27CF19720E}" srcOrd="3" destOrd="0" presId="urn:microsoft.com/office/officeart/2018/2/layout/IconCircleList"/>
    <dgm:cxn modelId="{CC2C858C-88D9-4659-8A1B-36E97A64ACB2}" type="presParOf" srcId="{A4B833D6-B1FB-4317-BD4C-AC11AB8E18D0}" destId="{50A1483E-96C0-4B13-8CAB-A811FB1FB0C5}" srcOrd="4" destOrd="0" presId="urn:microsoft.com/office/officeart/2018/2/layout/IconCircleList"/>
    <dgm:cxn modelId="{9E5C7BCE-8A33-4F3B-8775-4512A9098AEB}" type="presParOf" srcId="{50A1483E-96C0-4B13-8CAB-A811FB1FB0C5}" destId="{2A06D9D7-6C06-4E32-8452-FB8F9541C31E}" srcOrd="0" destOrd="0" presId="urn:microsoft.com/office/officeart/2018/2/layout/IconCircleList"/>
    <dgm:cxn modelId="{F8A27356-BF90-411D-8CE1-0F08DF6D6B01}" type="presParOf" srcId="{50A1483E-96C0-4B13-8CAB-A811FB1FB0C5}" destId="{A5A35C88-2A66-4300-A51F-EEA9A74559B9}" srcOrd="1" destOrd="0" presId="urn:microsoft.com/office/officeart/2018/2/layout/IconCircleList"/>
    <dgm:cxn modelId="{ECD98C33-D86C-446B-8C2F-9E5F3C00FB90}" type="presParOf" srcId="{50A1483E-96C0-4B13-8CAB-A811FB1FB0C5}" destId="{942E9254-FBA3-4B05-A8E2-F698585F751A}" srcOrd="2" destOrd="0" presId="urn:microsoft.com/office/officeart/2018/2/layout/IconCircleList"/>
    <dgm:cxn modelId="{34DBC1DB-F02C-4408-A527-DFD91F6E33A3}" type="presParOf" srcId="{50A1483E-96C0-4B13-8CAB-A811FB1FB0C5}" destId="{A08D8E99-7EC5-446B-9D33-91B51ED24C9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C9ACB85-4703-46DF-997E-A6A88813E5F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677207-E029-4140-8DA7-DE586E270E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Least-privilege access and mandatory 2FA/SSO close the most common entry point: weak or over-broad permissions.</a:t>
          </a:r>
        </a:p>
      </dgm:t>
    </dgm:pt>
    <dgm:pt modelId="{6DD86BAC-C159-43D4-93F1-1D1F903C3F7C}" type="parTrans" cxnId="{6F3BBCA5-4D99-4431-A969-E9D61835F39E}">
      <dgm:prSet/>
      <dgm:spPr/>
      <dgm:t>
        <a:bodyPr/>
        <a:lstStyle/>
        <a:p>
          <a:endParaRPr lang="en-US"/>
        </a:p>
      </dgm:t>
    </dgm:pt>
    <dgm:pt modelId="{C93BB0BF-4F1D-4389-AA69-55E80B4D5394}" type="sibTrans" cxnId="{6F3BBCA5-4D99-4431-A969-E9D61835F39E}">
      <dgm:prSet/>
      <dgm:spPr/>
      <dgm:t>
        <a:bodyPr/>
        <a:lstStyle/>
        <a:p>
          <a:endParaRPr lang="en-US"/>
        </a:p>
      </dgm:t>
    </dgm:pt>
    <dgm:pt modelId="{F617DD1F-5049-4EC5-84CD-1451E907CD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Branch protection and required review make history trustworthy, not just present.</a:t>
          </a:r>
        </a:p>
      </dgm:t>
    </dgm:pt>
    <dgm:pt modelId="{EAB148E7-DAF8-4982-87FA-5491E803A784}" type="parTrans" cxnId="{B0147E87-FE2C-4E43-8147-2EAB9DCCE66A}">
      <dgm:prSet/>
      <dgm:spPr/>
      <dgm:t>
        <a:bodyPr/>
        <a:lstStyle/>
        <a:p>
          <a:endParaRPr lang="en-US"/>
        </a:p>
      </dgm:t>
    </dgm:pt>
    <dgm:pt modelId="{FA5DBE92-019B-412B-9CC3-32A00785B4C7}" type="sibTrans" cxnId="{B0147E87-FE2C-4E43-8147-2EAB9DCCE66A}">
      <dgm:prSet/>
      <dgm:spPr/>
      <dgm:t>
        <a:bodyPr/>
        <a:lstStyle/>
        <a:p>
          <a:endParaRPr lang="en-US"/>
        </a:p>
      </dgm:t>
    </dgm:pt>
    <dgm:pt modelId="{8278C19A-B76F-4A9E-AAAC-F7871B9ADB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Secrets belong outside the repo entirely . Scanning is a backstop, not the primary control.</a:t>
          </a:r>
        </a:p>
      </dgm:t>
    </dgm:pt>
    <dgm:pt modelId="{3BF07929-AF7E-4BF3-8315-EDDBCC2A5C8A}" type="parTrans" cxnId="{0A0D77F9-64F9-4DB0-AE3E-1749F106F164}">
      <dgm:prSet/>
      <dgm:spPr/>
      <dgm:t>
        <a:bodyPr/>
        <a:lstStyle/>
        <a:p>
          <a:endParaRPr lang="en-US"/>
        </a:p>
      </dgm:t>
    </dgm:pt>
    <dgm:pt modelId="{DBBBF998-7C10-467C-8B21-32EF8E763762}" type="sibTrans" cxnId="{0A0D77F9-64F9-4DB0-AE3E-1749F106F164}">
      <dgm:prSet/>
      <dgm:spPr/>
      <dgm:t>
        <a:bodyPr/>
        <a:lstStyle/>
        <a:p>
          <a:endParaRPr lang="en-US"/>
        </a:p>
      </dgm:t>
    </dgm:pt>
    <dgm:pt modelId="{5A703C90-80D8-4482-8EE7-96C17A75B5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Automated dependency and SAST scanning catches what manual review realistically can't keep up with.</a:t>
          </a:r>
        </a:p>
      </dgm:t>
    </dgm:pt>
    <dgm:pt modelId="{C89F09AF-6985-4375-A28C-74598164C39A}" type="parTrans" cxnId="{CAF99233-6CDA-4DDB-8BEF-780027B303AA}">
      <dgm:prSet/>
      <dgm:spPr/>
      <dgm:t>
        <a:bodyPr/>
        <a:lstStyle/>
        <a:p>
          <a:endParaRPr lang="en-US"/>
        </a:p>
      </dgm:t>
    </dgm:pt>
    <dgm:pt modelId="{9EF04C10-4471-45A7-9F7A-49D15D8062D2}" type="sibTrans" cxnId="{CAF99233-6CDA-4DDB-8BEF-780027B303AA}">
      <dgm:prSet/>
      <dgm:spPr/>
      <dgm:t>
        <a:bodyPr/>
        <a:lstStyle/>
        <a:p>
          <a:endParaRPr lang="en-US"/>
        </a:p>
      </dgm:t>
    </dgm:pt>
    <dgm:pt modelId="{82D0A6FF-A472-45C4-BFDD-D71F587BD7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None of this replaces periodic human review of access, logs, and configuration.</a:t>
          </a:r>
        </a:p>
      </dgm:t>
    </dgm:pt>
    <dgm:pt modelId="{EB812727-25BA-48B1-9D57-7378E6AFA527}" type="parTrans" cxnId="{18C1B045-0574-4F74-AC29-AED7C4E12999}">
      <dgm:prSet/>
      <dgm:spPr/>
      <dgm:t>
        <a:bodyPr/>
        <a:lstStyle/>
        <a:p>
          <a:endParaRPr lang="en-US"/>
        </a:p>
      </dgm:t>
    </dgm:pt>
    <dgm:pt modelId="{A2BFD1E0-2251-4B3D-9F62-09264EB4FAEF}" type="sibTrans" cxnId="{18C1B045-0574-4F74-AC29-AED7C4E12999}">
      <dgm:prSet/>
      <dgm:spPr/>
      <dgm:t>
        <a:bodyPr/>
        <a:lstStyle/>
        <a:p>
          <a:endParaRPr lang="en-US"/>
        </a:p>
      </dgm:t>
    </dgm:pt>
    <dgm:pt modelId="{A8EAF062-B862-4C04-BCF6-0CA2B06F9037}" type="pres">
      <dgm:prSet presAssocID="{FC9ACB85-4703-46DF-997E-A6A88813E5F5}" presName="linear" presStyleCnt="0">
        <dgm:presLayoutVars>
          <dgm:animLvl val="lvl"/>
          <dgm:resizeHandles val="exact"/>
        </dgm:presLayoutVars>
      </dgm:prSet>
      <dgm:spPr/>
    </dgm:pt>
    <dgm:pt modelId="{38AD1FC0-D9C9-4187-89B9-7CC281A5C00E}" type="pres">
      <dgm:prSet presAssocID="{CF677207-E029-4140-8DA7-DE586E270ED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D1105C3-82F7-40A8-BE78-9E76A87C1FE4}" type="pres">
      <dgm:prSet presAssocID="{C93BB0BF-4F1D-4389-AA69-55E80B4D5394}" presName="spacer" presStyleCnt="0"/>
      <dgm:spPr/>
    </dgm:pt>
    <dgm:pt modelId="{38DB8296-EEDF-48E5-B857-5C5C00370CC5}" type="pres">
      <dgm:prSet presAssocID="{F617DD1F-5049-4EC5-84CD-1451E907CD2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D6FFFF3-A3B1-438A-97F2-FD60493542BA}" type="pres">
      <dgm:prSet presAssocID="{FA5DBE92-019B-412B-9CC3-32A00785B4C7}" presName="spacer" presStyleCnt="0"/>
      <dgm:spPr/>
    </dgm:pt>
    <dgm:pt modelId="{445DE654-5BEA-434C-BDF0-64D6D49D4273}" type="pres">
      <dgm:prSet presAssocID="{8278C19A-B76F-4A9E-AAAC-F7871B9ADBB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1691F4F-8311-4507-83E7-A6B7153B0718}" type="pres">
      <dgm:prSet presAssocID="{DBBBF998-7C10-467C-8B21-32EF8E763762}" presName="spacer" presStyleCnt="0"/>
      <dgm:spPr/>
    </dgm:pt>
    <dgm:pt modelId="{FE1BDCFD-5E49-41DC-9FA4-103EB7F97E0D}" type="pres">
      <dgm:prSet presAssocID="{5A703C90-80D8-4482-8EE7-96C17A75B54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AC6CD83-63E4-430D-811E-6638721CF6F2}" type="pres">
      <dgm:prSet presAssocID="{9EF04C10-4471-45A7-9F7A-49D15D8062D2}" presName="spacer" presStyleCnt="0"/>
      <dgm:spPr/>
    </dgm:pt>
    <dgm:pt modelId="{0741507A-3493-42E7-A127-BA303522E556}" type="pres">
      <dgm:prSet presAssocID="{82D0A6FF-A472-45C4-BFDD-D71F587BD7A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0DF9500-F2A6-4A0B-8CEC-4DEB9EC279C7}" type="presOf" srcId="{FC9ACB85-4703-46DF-997E-A6A88813E5F5}" destId="{A8EAF062-B862-4C04-BCF6-0CA2B06F9037}" srcOrd="0" destOrd="0" presId="urn:microsoft.com/office/officeart/2005/8/layout/vList2"/>
    <dgm:cxn modelId="{FDD65D11-00AC-4082-A2A6-23D313263D31}" type="presOf" srcId="{82D0A6FF-A472-45C4-BFDD-D71F587BD7A9}" destId="{0741507A-3493-42E7-A127-BA303522E556}" srcOrd="0" destOrd="0" presId="urn:microsoft.com/office/officeart/2005/8/layout/vList2"/>
    <dgm:cxn modelId="{CAF99233-6CDA-4DDB-8BEF-780027B303AA}" srcId="{FC9ACB85-4703-46DF-997E-A6A88813E5F5}" destId="{5A703C90-80D8-4482-8EE7-96C17A75B549}" srcOrd="3" destOrd="0" parTransId="{C89F09AF-6985-4375-A28C-74598164C39A}" sibTransId="{9EF04C10-4471-45A7-9F7A-49D15D8062D2}"/>
    <dgm:cxn modelId="{18C1B045-0574-4F74-AC29-AED7C4E12999}" srcId="{FC9ACB85-4703-46DF-997E-A6A88813E5F5}" destId="{82D0A6FF-A472-45C4-BFDD-D71F587BD7A9}" srcOrd="4" destOrd="0" parTransId="{EB812727-25BA-48B1-9D57-7378E6AFA527}" sibTransId="{A2BFD1E0-2251-4B3D-9F62-09264EB4FAEF}"/>
    <dgm:cxn modelId="{E3761A7C-4577-41F6-A206-232F2C203B88}" type="presOf" srcId="{F617DD1F-5049-4EC5-84CD-1451E907CD20}" destId="{38DB8296-EEDF-48E5-B857-5C5C00370CC5}" srcOrd="0" destOrd="0" presId="urn:microsoft.com/office/officeart/2005/8/layout/vList2"/>
    <dgm:cxn modelId="{B0147E87-FE2C-4E43-8147-2EAB9DCCE66A}" srcId="{FC9ACB85-4703-46DF-997E-A6A88813E5F5}" destId="{F617DD1F-5049-4EC5-84CD-1451E907CD20}" srcOrd="1" destOrd="0" parTransId="{EAB148E7-DAF8-4982-87FA-5491E803A784}" sibTransId="{FA5DBE92-019B-412B-9CC3-32A00785B4C7}"/>
    <dgm:cxn modelId="{6F3BBCA5-4D99-4431-A969-E9D61835F39E}" srcId="{FC9ACB85-4703-46DF-997E-A6A88813E5F5}" destId="{CF677207-E029-4140-8DA7-DE586E270EDE}" srcOrd="0" destOrd="0" parTransId="{6DD86BAC-C159-43D4-93F1-1D1F903C3F7C}" sibTransId="{C93BB0BF-4F1D-4389-AA69-55E80B4D5394}"/>
    <dgm:cxn modelId="{1EDE00C6-BF1B-4340-992B-50AE24AEB0F5}" type="presOf" srcId="{CF677207-E029-4140-8DA7-DE586E270EDE}" destId="{38AD1FC0-D9C9-4187-89B9-7CC281A5C00E}" srcOrd="0" destOrd="0" presId="urn:microsoft.com/office/officeart/2005/8/layout/vList2"/>
    <dgm:cxn modelId="{73EFF4E4-386C-4A58-89FA-E4DCAF7E9C85}" type="presOf" srcId="{5A703C90-80D8-4482-8EE7-96C17A75B549}" destId="{FE1BDCFD-5E49-41DC-9FA4-103EB7F97E0D}" srcOrd="0" destOrd="0" presId="urn:microsoft.com/office/officeart/2005/8/layout/vList2"/>
    <dgm:cxn modelId="{F17AA8F8-9A16-49B7-AFE6-0FDF56AD7613}" type="presOf" srcId="{8278C19A-B76F-4A9E-AAAC-F7871B9ADBB9}" destId="{445DE654-5BEA-434C-BDF0-64D6D49D4273}" srcOrd="0" destOrd="0" presId="urn:microsoft.com/office/officeart/2005/8/layout/vList2"/>
    <dgm:cxn modelId="{0A0D77F9-64F9-4DB0-AE3E-1749F106F164}" srcId="{FC9ACB85-4703-46DF-997E-A6A88813E5F5}" destId="{8278C19A-B76F-4A9E-AAAC-F7871B9ADBB9}" srcOrd="2" destOrd="0" parTransId="{3BF07929-AF7E-4BF3-8315-EDDBCC2A5C8A}" sibTransId="{DBBBF998-7C10-467C-8B21-32EF8E763762}"/>
    <dgm:cxn modelId="{BA43DB9C-EE81-45D4-A630-71E3585A8E56}" type="presParOf" srcId="{A8EAF062-B862-4C04-BCF6-0CA2B06F9037}" destId="{38AD1FC0-D9C9-4187-89B9-7CC281A5C00E}" srcOrd="0" destOrd="0" presId="urn:microsoft.com/office/officeart/2005/8/layout/vList2"/>
    <dgm:cxn modelId="{682EF9CB-D667-437A-A436-96371B0366B3}" type="presParOf" srcId="{A8EAF062-B862-4C04-BCF6-0CA2B06F9037}" destId="{4D1105C3-82F7-40A8-BE78-9E76A87C1FE4}" srcOrd="1" destOrd="0" presId="urn:microsoft.com/office/officeart/2005/8/layout/vList2"/>
    <dgm:cxn modelId="{B36B2BD1-5E3A-4A08-9E0F-285660705F2E}" type="presParOf" srcId="{A8EAF062-B862-4C04-BCF6-0CA2B06F9037}" destId="{38DB8296-EEDF-48E5-B857-5C5C00370CC5}" srcOrd="2" destOrd="0" presId="urn:microsoft.com/office/officeart/2005/8/layout/vList2"/>
    <dgm:cxn modelId="{24649073-0B32-4041-9BD7-A07F9828DB9B}" type="presParOf" srcId="{A8EAF062-B862-4C04-BCF6-0CA2B06F9037}" destId="{4D6FFFF3-A3B1-438A-97F2-FD60493542BA}" srcOrd="3" destOrd="0" presId="urn:microsoft.com/office/officeart/2005/8/layout/vList2"/>
    <dgm:cxn modelId="{A2F2F61F-48E8-43A1-817F-98BE096691B7}" type="presParOf" srcId="{A8EAF062-B862-4C04-BCF6-0CA2B06F9037}" destId="{445DE654-5BEA-434C-BDF0-64D6D49D4273}" srcOrd="4" destOrd="0" presId="urn:microsoft.com/office/officeart/2005/8/layout/vList2"/>
    <dgm:cxn modelId="{6A84A7E5-BC77-46A5-AA93-37DCD061BFD9}" type="presParOf" srcId="{A8EAF062-B862-4C04-BCF6-0CA2B06F9037}" destId="{11691F4F-8311-4507-83E7-A6B7153B0718}" srcOrd="5" destOrd="0" presId="urn:microsoft.com/office/officeart/2005/8/layout/vList2"/>
    <dgm:cxn modelId="{13106776-0FEA-4825-8942-DDE5856B997C}" type="presParOf" srcId="{A8EAF062-B862-4C04-BCF6-0CA2B06F9037}" destId="{FE1BDCFD-5E49-41DC-9FA4-103EB7F97E0D}" srcOrd="6" destOrd="0" presId="urn:microsoft.com/office/officeart/2005/8/layout/vList2"/>
    <dgm:cxn modelId="{2B90408E-DAA9-4039-A9EF-F4882F4F6206}" type="presParOf" srcId="{A8EAF062-B862-4C04-BCF6-0CA2B06F9037}" destId="{EAC6CD83-63E4-430D-811E-6638721CF6F2}" srcOrd="7" destOrd="0" presId="urn:microsoft.com/office/officeart/2005/8/layout/vList2"/>
    <dgm:cxn modelId="{1351340B-66ED-4560-96B0-509023082B6B}" type="presParOf" srcId="{A8EAF062-B862-4C04-BCF6-0CA2B06F9037}" destId="{0741507A-3493-42E7-A127-BA303522E55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5E6C44-E3CC-4D24-BCCB-E91DEC1734B6}">
      <dsp:nvSpPr>
        <dsp:cNvPr id="0" name=""/>
        <dsp:cNvSpPr/>
      </dsp:nvSpPr>
      <dsp:spPr>
        <a:xfrm rot="10800000">
          <a:off x="5193" y="1524689"/>
          <a:ext cx="2510520" cy="977287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279" tIns="106279" rIns="106279" bIns="106279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Misconfigured visibility or weak permissions expose code that should be private.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 rot="10800000">
        <a:off x="48129" y="1524689"/>
        <a:ext cx="2424648" cy="934351"/>
      </dsp:txXfrm>
    </dsp:sp>
    <dsp:sp modelId="{7FF8DA9C-DAB9-4DB8-828E-4F3F7B95B9C3}">
      <dsp:nvSpPr>
        <dsp:cNvPr id="0" name=""/>
        <dsp:cNvSpPr/>
      </dsp:nvSpPr>
      <dsp:spPr>
        <a:xfrm>
          <a:off x="5193" y="794128"/>
          <a:ext cx="2510520" cy="753156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387" tIns="198387" rIns="198387" bIns="19838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2"/>
              </a:solidFill>
              <a:latin typeface="+mn-lt"/>
              <a:ea typeface="Verdana" pitchFamily="34" charset="-122"/>
              <a:cs typeface="Verdana" pitchFamily="34" charset="-120"/>
            </a:rPr>
            <a:t>Unauthorized Access</a:t>
          </a:r>
          <a:endParaRPr lang="en-US" sz="1400" kern="1200" dirty="0">
            <a:solidFill>
              <a:schemeClr val="bg2"/>
            </a:solidFill>
            <a:latin typeface="+mn-lt"/>
          </a:endParaRPr>
        </a:p>
      </dsp:txBody>
      <dsp:txXfrm>
        <a:off x="104459" y="893394"/>
        <a:ext cx="2311988" cy="653890"/>
      </dsp:txXfrm>
    </dsp:sp>
    <dsp:sp modelId="{3FBADDC0-0D34-46D9-8759-65FACC2FBC76}">
      <dsp:nvSpPr>
        <dsp:cNvPr id="0" name=""/>
        <dsp:cNvSpPr/>
      </dsp:nvSpPr>
      <dsp:spPr>
        <a:xfrm rot="10800000">
          <a:off x="2623608" y="1524689"/>
          <a:ext cx="2510520" cy="977287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279" tIns="106279" rIns="106279" bIns="106279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API keys and credentials committed directly into history, often by accident.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 rot="10800000">
        <a:off x="2666544" y="1524689"/>
        <a:ext cx="2424648" cy="934351"/>
      </dsp:txXfrm>
    </dsp:sp>
    <dsp:sp modelId="{3C0C79E3-F742-44F9-9496-B4C3FEFECE51}">
      <dsp:nvSpPr>
        <dsp:cNvPr id="0" name=""/>
        <dsp:cNvSpPr/>
      </dsp:nvSpPr>
      <dsp:spPr>
        <a:xfrm>
          <a:off x="2623608" y="794128"/>
          <a:ext cx="2510520" cy="753156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387" tIns="198387" rIns="198387" bIns="19838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Leaked Secrets</a:t>
          </a:r>
        </a:p>
      </dsp:txBody>
      <dsp:txXfrm>
        <a:off x="2722874" y="893394"/>
        <a:ext cx="2311988" cy="653890"/>
      </dsp:txXfrm>
    </dsp:sp>
    <dsp:sp modelId="{996D9310-06EA-4E25-828B-895504EA3E86}">
      <dsp:nvSpPr>
        <dsp:cNvPr id="0" name=""/>
        <dsp:cNvSpPr/>
      </dsp:nvSpPr>
      <dsp:spPr>
        <a:xfrm rot="10800000">
          <a:off x="5242023" y="1524689"/>
          <a:ext cx="2510520" cy="977287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279" tIns="106279" rIns="106279" bIns="106279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Unsigned commits and unprotected branches make it hard to trust who changed what.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5284959" y="1524689"/>
        <a:ext cx="2424648" cy="934351"/>
      </dsp:txXfrm>
    </dsp:sp>
    <dsp:sp modelId="{47368747-F276-485B-88DF-3EABC81306D5}">
      <dsp:nvSpPr>
        <dsp:cNvPr id="0" name=""/>
        <dsp:cNvSpPr/>
      </dsp:nvSpPr>
      <dsp:spPr>
        <a:xfrm>
          <a:off x="5242023" y="794128"/>
          <a:ext cx="2510520" cy="753156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387" tIns="198387" rIns="198387" bIns="19838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2"/>
              </a:solidFill>
              <a:latin typeface="+mn-lt"/>
              <a:ea typeface="Verdana" pitchFamily="34" charset="-122"/>
              <a:cs typeface="Verdana" pitchFamily="34" charset="-120"/>
            </a:rPr>
            <a:t>Tampered History</a:t>
          </a:r>
          <a:endParaRPr lang="en-US" sz="1400" b="1" kern="1200" dirty="0">
            <a:solidFill>
              <a:schemeClr val="bg2"/>
            </a:solidFill>
            <a:latin typeface="+mn-lt"/>
          </a:endParaRPr>
        </a:p>
      </dsp:txBody>
      <dsp:txXfrm>
        <a:off x="5341289" y="893394"/>
        <a:ext cx="2311988" cy="653890"/>
      </dsp:txXfrm>
    </dsp:sp>
    <dsp:sp modelId="{255FC6E6-95F8-4881-821D-902F62A8ED00}">
      <dsp:nvSpPr>
        <dsp:cNvPr id="0" name=""/>
        <dsp:cNvSpPr/>
      </dsp:nvSpPr>
      <dsp:spPr>
        <a:xfrm rot="10800000">
          <a:off x="7860438" y="1524689"/>
          <a:ext cx="2510520" cy="977287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279" tIns="106279" rIns="106279" bIns="106279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Outdated or malicious third party packages pulled straight into the codebase.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7903374" y="1524689"/>
        <a:ext cx="2424648" cy="934351"/>
      </dsp:txXfrm>
    </dsp:sp>
    <dsp:sp modelId="{B624AE29-5AE2-47B8-8042-324E0C90A0D3}">
      <dsp:nvSpPr>
        <dsp:cNvPr id="0" name=""/>
        <dsp:cNvSpPr/>
      </dsp:nvSpPr>
      <dsp:spPr>
        <a:xfrm>
          <a:off x="7860438" y="794128"/>
          <a:ext cx="2510520" cy="753156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387" tIns="198387" rIns="198387" bIns="19838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Vulnerable Dependencies</a:t>
          </a:r>
        </a:p>
      </dsp:txBody>
      <dsp:txXfrm>
        <a:off x="7959704" y="893394"/>
        <a:ext cx="2311988" cy="6538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12DF20-9E3F-4149-8120-ED86271AE885}">
      <dsp:nvSpPr>
        <dsp:cNvPr id="0" name=""/>
        <dsp:cNvSpPr/>
      </dsp:nvSpPr>
      <dsp:spPr>
        <a:xfrm>
          <a:off x="5599" y="209406"/>
          <a:ext cx="3531362" cy="10594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056" tIns="279056" rIns="279056" bIns="279056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Apply</a:t>
          </a:r>
        </a:p>
      </dsp:txBody>
      <dsp:txXfrm>
        <a:off x="5599" y="209406"/>
        <a:ext cx="3531362" cy="1059408"/>
      </dsp:txXfrm>
    </dsp:sp>
    <dsp:sp modelId="{50CDA1C7-7524-4DC4-9007-852808ADE91B}">
      <dsp:nvSpPr>
        <dsp:cNvPr id="0" name=""/>
        <dsp:cNvSpPr/>
      </dsp:nvSpPr>
      <dsp:spPr>
        <a:xfrm>
          <a:off x="5599" y="1268815"/>
          <a:ext cx="3531362" cy="14703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820" tIns="348820" rIns="348820" bIns="34882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Apply the principle of least privilege, most contributors only need read/write access to specific repos, not organization-wide admin rights.</a:t>
          </a:r>
        </a:p>
      </dsp:txBody>
      <dsp:txXfrm>
        <a:off x="5599" y="1268815"/>
        <a:ext cx="3531362" cy="1470300"/>
      </dsp:txXfrm>
    </dsp:sp>
    <dsp:sp modelId="{9EF6351F-7F30-4D35-A627-1A18AF7891E8}">
      <dsp:nvSpPr>
        <dsp:cNvPr id="0" name=""/>
        <dsp:cNvSpPr/>
      </dsp:nvSpPr>
      <dsp:spPr>
        <a:xfrm>
          <a:off x="3644856" y="209406"/>
          <a:ext cx="3531362" cy="10594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056" tIns="279056" rIns="279056" bIns="279056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Use</a:t>
          </a:r>
        </a:p>
      </dsp:txBody>
      <dsp:txXfrm>
        <a:off x="3644856" y="209406"/>
        <a:ext cx="3531362" cy="1059408"/>
      </dsp:txXfrm>
    </dsp:sp>
    <dsp:sp modelId="{CFA3CB4E-9A6F-4DCE-8F35-ACB39F85B270}">
      <dsp:nvSpPr>
        <dsp:cNvPr id="0" name=""/>
        <dsp:cNvSpPr/>
      </dsp:nvSpPr>
      <dsp:spPr>
        <a:xfrm>
          <a:off x="3644856" y="1268815"/>
          <a:ext cx="3531362" cy="14703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820" tIns="348820" rIns="348820" bIns="34882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 role-based access control (RBAC): GitLab's Guest / Reporter / Developer / Maintainer / Owner tiers are a good model for scoping what each role can actually do.</a:t>
          </a:r>
        </a:p>
      </dsp:txBody>
      <dsp:txXfrm>
        <a:off x="3644856" y="1268815"/>
        <a:ext cx="3531362" cy="1470300"/>
      </dsp:txXfrm>
    </dsp:sp>
    <dsp:sp modelId="{602BB7A8-43BF-4A41-B2E9-5942D2E1E30A}">
      <dsp:nvSpPr>
        <dsp:cNvPr id="0" name=""/>
        <dsp:cNvSpPr/>
      </dsp:nvSpPr>
      <dsp:spPr>
        <a:xfrm>
          <a:off x="7284113" y="209406"/>
          <a:ext cx="3531362" cy="10594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056" tIns="279056" rIns="279056" bIns="279056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Enforce</a:t>
          </a:r>
        </a:p>
      </dsp:txBody>
      <dsp:txXfrm>
        <a:off x="7284113" y="209406"/>
        <a:ext cx="3531362" cy="1059408"/>
      </dsp:txXfrm>
    </dsp:sp>
    <dsp:sp modelId="{1AB60B1F-FFCB-4F46-A62E-9D53606F5B8C}">
      <dsp:nvSpPr>
        <dsp:cNvPr id="0" name=""/>
        <dsp:cNvSpPr/>
      </dsp:nvSpPr>
      <dsp:spPr>
        <a:xfrm>
          <a:off x="7284113" y="1268815"/>
          <a:ext cx="3531362" cy="14703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820" tIns="348820" rIns="348820" bIns="34882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Enforce two-factor authentication (2FA) or SSO at the organization level rather than leaving it optional per repository.</a:t>
          </a:r>
        </a:p>
      </dsp:txBody>
      <dsp:txXfrm>
        <a:off x="7284113" y="1268815"/>
        <a:ext cx="3531362" cy="14703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CA0CD-3600-46E8-9B54-2AD61BF81E8E}">
      <dsp:nvSpPr>
        <dsp:cNvPr id="0" name=""/>
        <dsp:cNvSpPr/>
      </dsp:nvSpPr>
      <dsp:spPr>
        <a:xfrm>
          <a:off x="173683" y="1020292"/>
          <a:ext cx="907937" cy="9079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7C32EE-AB75-444B-9635-0901461F84B9}">
      <dsp:nvSpPr>
        <dsp:cNvPr id="0" name=""/>
        <dsp:cNvSpPr/>
      </dsp:nvSpPr>
      <dsp:spPr>
        <a:xfrm>
          <a:off x="364350" y="1210959"/>
          <a:ext cx="526603" cy="5266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210F8-730B-48F6-AE6E-19EE526CA142}">
      <dsp:nvSpPr>
        <dsp:cNvPr id="0" name=""/>
        <dsp:cNvSpPr/>
      </dsp:nvSpPr>
      <dsp:spPr>
        <a:xfrm>
          <a:off x="1276179" y="1020292"/>
          <a:ext cx="2140138" cy="90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Protect key branches (main/master) so no one can push directly, changes have to come through a pull or merge request instead.</a:t>
          </a:r>
        </a:p>
      </dsp:txBody>
      <dsp:txXfrm>
        <a:off x="1276179" y="1020292"/>
        <a:ext cx="2140138" cy="907937"/>
      </dsp:txXfrm>
    </dsp:sp>
    <dsp:sp modelId="{02AEF0DB-1CDC-47A0-8580-10CAEBF93B28}">
      <dsp:nvSpPr>
        <dsp:cNvPr id="0" name=""/>
        <dsp:cNvSpPr/>
      </dsp:nvSpPr>
      <dsp:spPr>
        <a:xfrm>
          <a:off x="3789220" y="1020292"/>
          <a:ext cx="907937" cy="9079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0F8370-1646-43B5-8F54-74BFD5EBE5F4}">
      <dsp:nvSpPr>
        <dsp:cNvPr id="0" name=""/>
        <dsp:cNvSpPr/>
      </dsp:nvSpPr>
      <dsp:spPr>
        <a:xfrm>
          <a:off x="3979887" y="1210959"/>
          <a:ext cx="526603" cy="5266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AC1A98-C699-4DFD-9BB0-8C02BC1C5E93}">
      <dsp:nvSpPr>
        <dsp:cNvPr id="0" name=""/>
        <dsp:cNvSpPr/>
      </dsp:nvSpPr>
      <dsp:spPr>
        <a:xfrm>
          <a:off x="4891716" y="1020292"/>
          <a:ext cx="2140138" cy="90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Require at least one approval from another reviewer before a merge request can be merged, which catches mistakes and adds a second set of eyes on every change.</a:t>
          </a:r>
        </a:p>
      </dsp:txBody>
      <dsp:txXfrm>
        <a:off x="4891716" y="1020292"/>
        <a:ext cx="2140138" cy="907937"/>
      </dsp:txXfrm>
    </dsp:sp>
    <dsp:sp modelId="{6FAA2F9D-72CC-4DC1-B334-F97EFEA55A40}">
      <dsp:nvSpPr>
        <dsp:cNvPr id="0" name=""/>
        <dsp:cNvSpPr/>
      </dsp:nvSpPr>
      <dsp:spPr>
        <a:xfrm>
          <a:off x="7404758" y="1020292"/>
          <a:ext cx="907937" cy="9079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C2EF7F-0935-4042-8296-C821B1CAC519}">
      <dsp:nvSpPr>
        <dsp:cNvPr id="0" name=""/>
        <dsp:cNvSpPr/>
      </dsp:nvSpPr>
      <dsp:spPr>
        <a:xfrm>
          <a:off x="7595425" y="1210959"/>
          <a:ext cx="526603" cy="5266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FDC51E-863B-4C12-BFC8-A810C386E0F6}">
      <dsp:nvSpPr>
        <dsp:cNvPr id="0" name=""/>
        <dsp:cNvSpPr/>
      </dsp:nvSpPr>
      <dsp:spPr>
        <a:xfrm>
          <a:off x="8507253" y="1020292"/>
          <a:ext cx="2140138" cy="90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 signed commits to cryptographically verify that a commit really came from who it claims to, which helps preserve trust in the project's history.</a:t>
          </a:r>
        </a:p>
      </dsp:txBody>
      <dsp:txXfrm>
        <a:off x="8507253" y="1020292"/>
        <a:ext cx="2140138" cy="9079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5E0F6E-6CDF-4E54-AE55-93C093CD82F9}">
      <dsp:nvSpPr>
        <dsp:cNvPr id="0" name=""/>
        <dsp:cNvSpPr/>
      </dsp:nvSpPr>
      <dsp:spPr>
        <a:xfrm>
          <a:off x="173683" y="1020292"/>
          <a:ext cx="907937" cy="9079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3BB1B5-792D-4384-968F-D5E42DB43282}">
      <dsp:nvSpPr>
        <dsp:cNvPr id="0" name=""/>
        <dsp:cNvSpPr/>
      </dsp:nvSpPr>
      <dsp:spPr>
        <a:xfrm>
          <a:off x="364350" y="1210959"/>
          <a:ext cx="526603" cy="5266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9B5ED-A233-490F-92A4-0FD53061C56A}">
      <dsp:nvSpPr>
        <dsp:cNvPr id="0" name=""/>
        <dsp:cNvSpPr/>
      </dsp:nvSpPr>
      <dsp:spPr>
        <a:xfrm>
          <a:off x="1276179" y="1020292"/>
          <a:ext cx="2140138" cy="90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Never commit API keys, passwords, or tokens directly into source code. Once something is committed, it lives in the repo's history even if it's deleted later.</a:t>
          </a:r>
        </a:p>
      </dsp:txBody>
      <dsp:txXfrm>
        <a:off x="1276179" y="1020292"/>
        <a:ext cx="2140138" cy="907937"/>
      </dsp:txXfrm>
    </dsp:sp>
    <dsp:sp modelId="{5C3B3F0E-1FBC-4D12-BCBB-7B72818E755E}">
      <dsp:nvSpPr>
        <dsp:cNvPr id="0" name=""/>
        <dsp:cNvSpPr/>
      </dsp:nvSpPr>
      <dsp:spPr>
        <a:xfrm>
          <a:off x="3789220" y="1020292"/>
          <a:ext cx="907937" cy="9079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83CCC1-B94D-48D1-8FC3-B5D2D0411CD2}">
      <dsp:nvSpPr>
        <dsp:cNvPr id="0" name=""/>
        <dsp:cNvSpPr/>
      </dsp:nvSpPr>
      <dsp:spPr>
        <a:xfrm>
          <a:off x="3979887" y="1210959"/>
          <a:ext cx="526603" cy="5266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2B93F1-E450-4DC1-91F0-FB501FEDB0C5}">
      <dsp:nvSpPr>
        <dsp:cNvPr id="0" name=""/>
        <dsp:cNvSpPr/>
      </dsp:nvSpPr>
      <dsp:spPr>
        <a:xfrm>
          <a:off x="4891716" y="1020292"/>
          <a:ext cx="2140138" cy="90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Store sensitive values in environment variables, a secrets manager, or a platform's built-in secret store (like GitHub Secrets) instead of a config file in the repo.</a:t>
          </a:r>
        </a:p>
      </dsp:txBody>
      <dsp:txXfrm>
        <a:off x="4891716" y="1020292"/>
        <a:ext cx="2140138" cy="907937"/>
      </dsp:txXfrm>
    </dsp:sp>
    <dsp:sp modelId="{59B2C18B-A7DE-47D9-B563-DF5B5E282E47}">
      <dsp:nvSpPr>
        <dsp:cNvPr id="0" name=""/>
        <dsp:cNvSpPr/>
      </dsp:nvSpPr>
      <dsp:spPr>
        <a:xfrm>
          <a:off x="7404758" y="1020292"/>
          <a:ext cx="907937" cy="9079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CEDAFF-0FC9-4781-A532-79B3A15DFCBC}">
      <dsp:nvSpPr>
        <dsp:cNvPr id="0" name=""/>
        <dsp:cNvSpPr/>
      </dsp:nvSpPr>
      <dsp:spPr>
        <a:xfrm>
          <a:off x="7595425" y="1210959"/>
          <a:ext cx="526603" cy="5266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E49D68-15A3-4C57-A715-BE636D092597}">
      <dsp:nvSpPr>
        <dsp:cNvPr id="0" name=""/>
        <dsp:cNvSpPr/>
      </dsp:nvSpPr>
      <dsp:spPr>
        <a:xfrm>
          <a:off x="8507253" y="1020292"/>
          <a:ext cx="2140138" cy="90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Run pre-commit and periodic scanning tools such as git-secrets or </a:t>
          </a:r>
          <a:r>
            <a:rPr lang="en-US" sz="1100" kern="1200" dirty="0" err="1"/>
            <a:t>TruffleHog</a:t>
          </a:r>
          <a:r>
            <a:rPr lang="en-US" sz="1100" kern="1200" dirty="0"/>
            <a:t> to catch secrets before or after they land in the repository.</a:t>
          </a:r>
        </a:p>
      </dsp:txBody>
      <dsp:txXfrm>
        <a:off x="8507253" y="1020292"/>
        <a:ext cx="2140138" cy="9079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F0BCF9-1D6E-42EB-AB13-ADC00C4F9062}">
      <dsp:nvSpPr>
        <dsp:cNvPr id="0" name=""/>
        <dsp:cNvSpPr/>
      </dsp:nvSpPr>
      <dsp:spPr>
        <a:xfrm>
          <a:off x="5210" y="864850"/>
          <a:ext cx="1776699" cy="88834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Commit</a:t>
          </a:r>
        </a:p>
      </dsp:txBody>
      <dsp:txXfrm>
        <a:off x="31229" y="890869"/>
        <a:ext cx="1724661" cy="836311"/>
      </dsp:txXfrm>
    </dsp:sp>
    <dsp:sp modelId="{479B5040-E126-4C78-A084-22FE86EFA4CD}">
      <dsp:nvSpPr>
        <dsp:cNvPr id="0" name=""/>
        <dsp:cNvSpPr/>
      </dsp:nvSpPr>
      <dsp:spPr>
        <a:xfrm>
          <a:off x="182880" y="1753200"/>
          <a:ext cx="177669" cy="6662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6262"/>
              </a:lnTo>
              <a:lnTo>
                <a:pt x="177669" y="666262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973D2E-B088-419A-BF4B-AE188A32D3EB}">
      <dsp:nvSpPr>
        <dsp:cNvPr id="0" name=""/>
        <dsp:cNvSpPr/>
      </dsp:nvSpPr>
      <dsp:spPr>
        <a:xfrm>
          <a:off x="360550" y="1975287"/>
          <a:ext cx="1421359" cy="8883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Verdana" pitchFamily="34" charset="0"/>
              <a:ea typeface="Verdana" pitchFamily="34" charset="-122"/>
              <a:cs typeface="Verdana" pitchFamily="34" charset="-120"/>
            </a:rPr>
            <a:t>Pre-commit secret scan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Verdana" pitchFamily="34" charset="0"/>
              <a:ea typeface="Verdana" pitchFamily="34" charset="-122"/>
              <a:cs typeface="Verdana" pitchFamily="34" charset="-120"/>
            </a:rPr>
            <a:t> (git-secrets)</a:t>
          </a:r>
          <a:endParaRPr lang="en-US" sz="1500" kern="1200" dirty="0"/>
        </a:p>
      </dsp:txBody>
      <dsp:txXfrm>
        <a:off x="386569" y="2001306"/>
        <a:ext cx="1369321" cy="836311"/>
      </dsp:txXfrm>
    </dsp:sp>
    <dsp:sp modelId="{BE481DE8-8026-4B5D-B643-C28E82A71F84}">
      <dsp:nvSpPr>
        <dsp:cNvPr id="0" name=""/>
        <dsp:cNvSpPr/>
      </dsp:nvSpPr>
      <dsp:spPr>
        <a:xfrm>
          <a:off x="2226084" y="864850"/>
          <a:ext cx="1776699" cy="888349"/>
        </a:xfrm>
        <a:prstGeom prst="roundRect">
          <a:avLst>
            <a:gd name="adj" fmla="val 10000"/>
          </a:avLst>
        </a:prstGeom>
        <a:solidFill>
          <a:schemeClr val="accent3">
            <a:hueOff val="1029291"/>
            <a:satOff val="6178"/>
            <a:lumOff val="4706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Pull Request</a:t>
          </a:r>
        </a:p>
      </dsp:txBody>
      <dsp:txXfrm>
        <a:off x="2252103" y="890869"/>
        <a:ext cx="1724661" cy="836311"/>
      </dsp:txXfrm>
    </dsp:sp>
    <dsp:sp modelId="{F0AFC1B7-E99C-475A-BCA0-EB0300A89DA7}">
      <dsp:nvSpPr>
        <dsp:cNvPr id="0" name=""/>
        <dsp:cNvSpPr/>
      </dsp:nvSpPr>
      <dsp:spPr>
        <a:xfrm>
          <a:off x="2403754" y="1753200"/>
          <a:ext cx="177669" cy="6662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6262"/>
              </a:lnTo>
              <a:lnTo>
                <a:pt x="177669" y="666262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F52412-F902-4B3B-8475-8E7207F7C85B}">
      <dsp:nvSpPr>
        <dsp:cNvPr id="0" name=""/>
        <dsp:cNvSpPr/>
      </dsp:nvSpPr>
      <dsp:spPr>
        <a:xfrm>
          <a:off x="2581424" y="1975287"/>
          <a:ext cx="1421359" cy="8883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1029291"/>
              <a:satOff val="6178"/>
              <a:lumOff val="4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Verdana" pitchFamily="34" charset="0"/>
              <a:ea typeface="Verdana" pitchFamily="34" charset="-122"/>
              <a:cs typeface="Verdana" pitchFamily="34" charset="-120"/>
            </a:rPr>
            <a:t>Required peer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Verdana" pitchFamily="34" charset="0"/>
              <a:ea typeface="Verdana" pitchFamily="34" charset="-122"/>
              <a:cs typeface="Verdana" pitchFamily="34" charset="-120"/>
            </a:rPr>
            <a:t>review</a:t>
          </a:r>
          <a:endParaRPr lang="en-US" sz="1500" kern="1200" dirty="0"/>
        </a:p>
      </dsp:txBody>
      <dsp:txXfrm>
        <a:off x="2607443" y="2001306"/>
        <a:ext cx="1369321" cy="836311"/>
      </dsp:txXfrm>
    </dsp:sp>
    <dsp:sp modelId="{B3EE1F7D-D94E-49CC-879A-77E3829710B9}">
      <dsp:nvSpPr>
        <dsp:cNvPr id="0" name=""/>
        <dsp:cNvSpPr/>
      </dsp:nvSpPr>
      <dsp:spPr>
        <a:xfrm>
          <a:off x="4446958" y="864850"/>
          <a:ext cx="1776699" cy="888349"/>
        </a:xfrm>
        <a:prstGeom prst="roundRect">
          <a:avLst>
            <a:gd name="adj" fmla="val 10000"/>
          </a:avLst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CI Pipeline</a:t>
          </a:r>
        </a:p>
      </dsp:txBody>
      <dsp:txXfrm>
        <a:off x="4472977" y="890869"/>
        <a:ext cx="1724661" cy="836311"/>
      </dsp:txXfrm>
    </dsp:sp>
    <dsp:sp modelId="{F536193B-7BFA-4561-AB56-D20513E6887C}">
      <dsp:nvSpPr>
        <dsp:cNvPr id="0" name=""/>
        <dsp:cNvSpPr/>
      </dsp:nvSpPr>
      <dsp:spPr>
        <a:xfrm>
          <a:off x="4624628" y="1753200"/>
          <a:ext cx="177669" cy="6662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6262"/>
              </a:lnTo>
              <a:lnTo>
                <a:pt x="177669" y="666262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8299A5-0AC9-4AA1-B477-1C1243E41FF9}">
      <dsp:nvSpPr>
        <dsp:cNvPr id="0" name=""/>
        <dsp:cNvSpPr/>
      </dsp:nvSpPr>
      <dsp:spPr>
        <a:xfrm>
          <a:off x="4802298" y="1975287"/>
          <a:ext cx="1421359" cy="8883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2058582"/>
              <a:satOff val="12356"/>
              <a:lumOff val="94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Verdana" pitchFamily="34" charset="0"/>
              <a:ea typeface="Verdana" pitchFamily="34" charset="-122"/>
              <a:cs typeface="Verdana" pitchFamily="34" charset="-120"/>
            </a:rPr>
            <a:t>SAST + dependency scan</a:t>
          </a:r>
          <a:endParaRPr lang="en-US" sz="1500" kern="1200" dirty="0"/>
        </a:p>
      </dsp:txBody>
      <dsp:txXfrm>
        <a:off x="4828317" y="2001306"/>
        <a:ext cx="1369321" cy="836311"/>
      </dsp:txXfrm>
    </dsp:sp>
    <dsp:sp modelId="{33961ECB-40EE-48EE-81EE-D600EA65EB63}">
      <dsp:nvSpPr>
        <dsp:cNvPr id="0" name=""/>
        <dsp:cNvSpPr/>
      </dsp:nvSpPr>
      <dsp:spPr>
        <a:xfrm>
          <a:off x="6667832" y="864850"/>
          <a:ext cx="1776699" cy="888349"/>
        </a:xfrm>
        <a:prstGeom prst="roundRect">
          <a:avLst>
            <a:gd name="adj" fmla="val 10000"/>
          </a:avLst>
        </a:prstGeom>
        <a:solidFill>
          <a:schemeClr val="accent3">
            <a:hueOff val="3087872"/>
            <a:satOff val="18534"/>
            <a:lumOff val="14119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Protected Branch</a:t>
          </a:r>
        </a:p>
      </dsp:txBody>
      <dsp:txXfrm>
        <a:off x="6693851" y="890869"/>
        <a:ext cx="1724661" cy="836311"/>
      </dsp:txXfrm>
    </dsp:sp>
    <dsp:sp modelId="{9DE3C073-A749-4974-BADD-974331365F4F}">
      <dsp:nvSpPr>
        <dsp:cNvPr id="0" name=""/>
        <dsp:cNvSpPr/>
      </dsp:nvSpPr>
      <dsp:spPr>
        <a:xfrm>
          <a:off x="6845502" y="1753200"/>
          <a:ext cx="177669" cy="6662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6262"/>
              </a:lnTo>
              <a:lnTo>
                <a:pt x="177669" y="666262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D9191D-1E82-4F98-9438-E8056FCB5A85}">
      <dsp:nvSpPr>
        <dsp:cNvPr id="0" name=""/>
        <dsp:cNvSpPr/>
      </dsp:nvSpPr>
      <dsp:spPr>
        <a:xfrm>
          <a:off x="7023172" y="1975287"/>
          <a:ext cx="1421359" cy="8883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3087872"/>
              <a:satOff val="18534"/>
              <a:lumOff val="141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Verdana" pitchFamily="34" charset="0"/>
              <a:ea typeface="Verdana" pitchFamily="34" charset="-122"/>
              <a:cs typeface="Verdana" pitchFamily="34" charset="-120"/>
            </a:rPr>
            <a:t>Signed, approved merge only</a:t>
          </a:r>
          <a:endParaRPr lang="en-US" sz="1500" kern="1200" dirty="0"/>
        </a:p>
      </dsp:txBody>
      <dsp:txXfrm>
        <a:off x="7049191" y="2001306"/>
        <a:ext cx="1369321" cy="836311"/>
      </dsp:txXfrm>
    </dsp:sp>
    <dsp:sp modelId="{F74AEC9E-7E1E-4E51-A981-403F068B2BCA}">
      <dsp:nvSpPr>
        <dsp:cNvPr id="0" name=""/>
        <dsp:cNvSpPr/>
      </dsp:nvSpPr>
      <dsp:spPr>
        <a:xfrm>
          <a:off x="8888706" y="864850"/>
          <a:ext cx="1776699" cy="888349"/>
        </a:xfrm>
        <a:prstGeom prst="roundRect">
          <a:avLst>
            <a:gd name="adj" fmla="val 10000"/>
          </a:avLst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Audit Log</a:t>
          </a:r>
        </a:p>
      </dsp:txBody>
      <dsp:txXfrm>
        <a:off x="8914725" y="890869"/>
        <a:ext cx="1724661" cy="836311"/>
      </dsp:txXfrm>
    </dsp:sp>
    <dsp:sp modelId="{8D1ABC99-8137-4542-891F-A76E4272E8E7}">
      <dsp:nvSpPr>
        <dsp:cNvPr id="0" name=""/>
        <dsp:cNvSpPr/>
      </dsp:nvSpPr>
      <dsp:spPr>
        <a:xfrm>
          <a:off x="9066376" y="1753200"/>
          <a:ext cx="177669" cy="6662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6262"/>
              </a:lnTo>
              <a:lnTo>
                <a:pt x="177669" y="666262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60209C-A74C-4445-90D2-464DC45DC32F}">
      <dsp:nvSpPr>
        <dsp:cNvPr id="0" name=""/>
        <dsp:cNvSpPr/>
      </dsp:nvSpPr>
      <dsp:spPr>
        <a:xfrm>
          <a:off x="9244046" y="1975287"/>
          <a:ext cx="1421359" cy="8883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 </a:t>
          </a:r>
          <a:r>
            <a:rPr lang="en-US" sz="1500" kern="1200" dirty="0">
              <a:latin typeface="Verdana" pitchFamily="34" charset="0"/>
              <a:ea typeface="Verdana" pitchFamily="34" charset="-122"/>
              <a:cs typeface="Verdana" pitchFamily="34" charset="-120"/>
            </a:rPr>
            <a:t>Access &amp; change monitoring</a:t>
          </a:r>
          <a:endParaRPr lang="en-US" sz="1500" kern="1200" dirty="0"/>
        </a:p>
      </dsp:txBody>
      <dsp:txXfrm>
        <a:off x="9270065" y="2001306"/>
        <a:ext cx="1369321" cy="8363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2D8497-6EC3-47A3-8027-4C969019899E}">
      <dsp:nvSpPr>
        <dsp:cNvPr id="0" name=""/>
        <dsp:cNvSpPr/>
      </dsp:nvSpPr>
      <dsp:spPr>
        <a:xfrm>
          <a:off x="2780358" y="1171"/>
          <a:ext cx="1084060" cy="10840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87CC9F-CF05-437C-8512-4592E77B854E}">
      <dsp:nvSpPr>
        <dsp:cNvPr id="0" name=""/>
        <dsp:cNvSpPr/>
      </dsp:nvSpPr>
      <dsp:spPr>
        <a:xfrm>
          <a:off x="3011387" y="232200"/>
          <a:ext cx="622001" cy="6220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3583DA-D3CD-4382-B846-06AB8080F29C}">
      <dsp:nvSpPr>
        <dsp:cNvPr id="0" name=""/>
        <dsp:cNvSpPr/>
      </dsp:nvSpPr>
      <dsp:spPr>
        <a:xfrm>
          <a:off x="2433814" y="1422890"/>
          <a:ext cx="1777148" cy="1524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Third-party packages are pulled straight into the codebase, so a vulnerable or malicious dependency becomes the project's problem the moment it's added.</a:t>
          </a:r>
        </a:p>
      </dsp:txBody>
      <dsp:txXfrm>
        <a:off x="2433814" y="1422890"/>
        <a:ext cx="1777148" cy="1524460"/>
      </dsp:txXfrm>
    </dsp:sp>
    <dsp:sp modelId="{6E73FBD0-22C9-4A35-A179-7A87F7BB04C3}">
      <dsp:nvSpPr>
        <dsp:cNvPr id="0" name=""/>
        <dsp:cNvSpPr/>
      </dsp:nvSpPr>
      <dsp:spPr>
        <a:xfrm>
          <a:off x="4868507" y="1171"/>
          <a:ext cx="1084060" cy="10840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C133D8-0BA6-45AC-AEBF-5888FF39D101}">
      <dsp:nvSpPr>
        <dsp:cNvPr id="0" name=""/>
        <dsp:cNvSpPr/>
      </dsp:nvSpPr>
      <dsp:spPr>
        <a:xfrm>
          <a:off x="5099537" y="232200"/>
          <a:ext cx="622001" cy="6220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83B733-066E-45FB-A77D-61CCFCF446D6}">
      <dsp:nvSpPr>
        <dsp:cNvPr id="0" name=""/>
        <dsp:cNvSpPr/>
      </dsp:nvSpPr>
      <dsp:spPr>
        <a:xfrm>
          <a:off x="4521963" y="1422890"/>
          <a:ext cx="1777148" cy="1524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Integrate static application security testing (SAST) and dependency scanning directly into the CI/CD pipeline so every push and pull request gets checked automatically.</a:t>
          </a:r>
        </a:p>
      </dsp:txBody>
      <dsp:txXfrm>
        <a:off x="4521963" y="1422890"/>
        <a:ext cx="1777148" cy="1524460"/>
      </dsp:txXfrm>
    </dsp:sp>
    <dsp:sp modelId="{5534E1AF-DC20-4474-AC3A-E1C057CFC0E0}">
      <dsp:nvSpPr>
        <dsp:cNvPr id="0" name=""/>
        <dsp:cNvSpPr/>
      </dsp:nvSpPr>
      <dsp:spPr>
        <a:xfrm>
          <a:off x="6956657" y="1171"/>
          <a:ext cx="1084060" cy="10840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F887D0-B94B-484E-94C0-D0C66202FD1E}">
      <dsp:nvSpPr>
        <dsp:cNvPr id="0" name=""/>
        <dsp:cNvSpPr/>
      </dsp:nvSpPr>
      <dsp:spPr>
        <a:xfrm>
          <a:off x="7187686" y="232200"/>
          <a:ext cx="622001" cy="6220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72C3E-2206-4A6D-A67F-E9745B40B1AE}">
      <dsp:nvSpPr>
        <dsp:cNvPr id="0" name=""/>
        <dsp:cNvSpPr/>
      </dsp:nvSpPr>
      <dsp:spPr>
        <a:xfrm>
          <a:off x="6610113" y="1422890"/>
          <a:ext cx="1777148" cy="1524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Tools like GitHub Dependabot, Snyk, and OWASP Dependency-Check can flag known vulnerabilities (CVEs) before they ever reach production.</a:t>
          </a:r>
        </a:p>
      </dsp:txBody>
      <dsp:txXfrm>
        <a:off x="6610113" y="1422890"/>
        <a:ext cx="1777148" cy="15244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579C08-9C62-4737-814E-2B44C119CAF5}">
      <dsp:nvSpPr>
        <dsp:cNvPr id="0" name=""/>
        <dsp:cNvSpPr/>
      </dsp:nvSpPr>
      <dsp:spPr>
        <a:xfrm>
          <a:off x="173683" y="1020292"/>
          <a:ext cx="907937" cy="9079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344926-8978-4B80-814D-77861036268F}">
      <dsp:nvSpPr>
        <dsp:cNvPr id="0" name=""/>
        <dsp:cNvSpPr/>
      </dsp:nvSpPr>
      <dsp:spPr>
        <a:xfrm>
          <a:off x="364350" y="1210959"/>
          <a:ext cx="526603" cy="5266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16FBF-CDD7-4AC0-B6DD-32A87CE8B0F7}">
      <dsp:nvSpPr>
        <dsp:cNvPr id="0" name=""/>
        <dsp:cNvSpPr/>
      </dsp:nvSpPr>
      <dsp:spPr>
        <a:xfrm>
          <a:off x="1276179" y="1020292"/>
          <a:ext cx="2140138" cy="90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Review audit logs regularly to catch unusual activity, a sudden repository visibility change or an unexpected new admin are both worth flagging.</a:t>
          </a:r>
        </a:p>
      </dsp:txBody>
      <dsp:txXfrm>
        <a:off x="1276179" y="1020292"/>
        <a:ext cx="2140138" cy="907937"/>
      </dsp:txXfrm>
    </dsp:sp>
    <dsp:sp modelId="{189CA71F-DE24-4B78-B41A-7AD7E5625A65}">
      <dsp:nvSpPr>
        <dsp:cNvPr id="0" name=""/>
        <dsp:cNvSpPr/>
      </dsp:nvSpPr>
      <dsp:spPr>
        <a:xfrm>
          <a:off x="3789220" y="1020292"/>
          <a:ext cx="907937" cy="9079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A457D4-A366-419F-BA9F-78CACADAAF7C}">
      <dsp:nvSpPr>
        <dsp:cNvPr id="0" name=""/>
        <dsp:cNvSpPr/>
      </dsp:nvSpPr>
      <dsp:spPr>
        <a:xfrm>
          <a:off x="3979887" y="1210959"/>
          <a:ext cx="526603" cy="5266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3BE7B-B67F-40C8-A68F-05A63BE490BA}">
      <dsp:nvSpPr>
        <dsp:cNvPr id="0" name=""/>
        <dsp:cNvSpPr/>
      </dsp:nvSpPr>
      <dsp:spPr>
        <a:xfrm>
          <a:off x="4891716" y="1020292"/>
          <a:ext cx="2140138" cy="90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Schedule periodic security reviews (quarterly is a reasonable starting cadence) to reassess access permissions, dependency freshness, and alignment with standards like the OWASP Top 10.</a:t>
          </a:r>
        </a:p>
      </dsp:txBody>
      <dsp:txXfrm>
        <a:off x="4891716" y="1020292"/>
        <a:ext cx="2140138" cy="907937"/>
      </dsp:txXfrm>
    </dsp:sp>
    <dsp:sp modelId="{2A06D9D7-6C06-4E32-8452-FB8F9541C31E}">
      <dsp:nvSpPr>
        <dsp:cNvPr id="0" name=""/>
        <dsp:cNvSpPr/>
      </dsp:nvSpPr>
      <dsp:spPr>
        <a:xfrm>
          <a:off x="7404758" y="1020292"/>
          <a:ext cx="907937" cy="9079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A35C88-2A66-4300-A51F-EEA9A74559B9}">
      <dsp:nvSpPr>
        <dsp:cNvPr id="0" name=""/>
        <dsp:cNvSpPr/>
      </dsp:nvSpPr>
      <dsp:spPr>
        <a:xfrm>
          <a:off x="7595425" y="1210959"/>
          <a:ext cx="526603" cy="5266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8D8E99-7EC5-446B-9D33-91B51ED24C96}">
      <dsp:nvSpPr>
        <dsp:cNvPr id="0" name=""/>
        <dsp:cNvSpPr/>
      </dsp:nvSpPr>
      <dsp:spPr>
        <a:xfrm>
          <a:off x="8507253" y="1020292"/>
          <a:ext cx="2140138" cy="90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Build formal onboarding and offboarding processes so access is granted and revoked deliberately, not left over from a role someone no longer has.</a:t>
          </a:r>
        </a:p>
      </dsp:txBody>
      <dsp:txXfrm>
        <a:off x="8507253" y="1020292"/>
        <a:ext cx="2140138" cy="90793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AD1FC0-D9C9-4187-89B9-7CC281A5C00E}">
      <dsp:nvSpPr>
        <dsp:cNvPr id="0" name=""/>
        <dsp:cNvSpPr/>
      </dsp:nvSpPr>
      <dsp:spPr>
        <a:xfrm>
          <a:off x="0" y="17865"/>
          <a:ext cx="11189807" cy="779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Least-privilege access and mandatory 2FA/SSO close the most common entry point: weak or over-broad permissions.</a:t>
          </a:r>
        </a:p>
      </dsp:txBody>
      <dsp:txXfrm>
        <a:off x="38038" y="55903"/>
        <a:ext cx="11113731" cy="703143"/>
      </dsp:txXfrm>
    </dsp:sp>
    <dsp:sp modelId="{38DB8296-EEDF-48E5-B857-5C5C00370CC5}">
      <dsp:nvSpPr>
        <dsp:cNvPr id="0" name=""/>
        <dsp:cNvSpPr/>
      </dsp:nvSpPr>
      <dsp:spPr>
        <a:xfrm>
          <a:off x="0" y="848925"/>
          <a:ext cx="11189807" cy="779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Branch protection and required review make history trustworthy, not just present.</a:t>
          </a:r>
        </a:p>
      </dsp:txBody>
      <dsp:txXfrm>
        <a:off x="38038" y="886963"/>
        <a:ext cx="11113731" cy="703143"/>
      </dsp:txXfrm>
    </dsp:sp>
    <dsp:sp modelId="{445DE654-5BEA-434C-BDF0-64D6D49D4273}">
      <dsp:nvSpPr>
        <dsp:cNvPr id="0" name=""/>
        <dsp:cNvSpPr/>
      </dsp:nvSpPr>
      <dsp:spPr>
        <a:xfrm>
          <a:off x="0" y="1679985"/>
          <a:ext cx="11189807" cy="779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Secrets belong outside the repo entirely . Scanning is a backstop, not the primary control.</a:t>
          </a:r>
        </a:p>
      </dsp:txBody>
      <dsp:txXfrm>
        <a:off x="38038" y="1718023"/>
        <a:ext cx="11113731" cy="703143"/>
      </dsp:txXfrm>
    </dsp:sp>
    <dsp:sp modelId="{FE1BDCFD-5E49-41DC-9FA4-103EB7F97E0D}">
      <dsp:nvSpPr>
        <dsp:cNvPr id="0" name=""/>
        <dsp:cNvSpPr/>
      </dsp:nvSpPr>
      <dsp:spPr>
        <a:xfrm>
          <a:off x="0" y="2511045"/>
          <a:ext cx="11189807" cy="779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Automated dependency and SAST scanning catches what manual review realistically can't keep up with.</a:t>
          </a:r>
        </a:p>
      </dsp:txBody>
      <dsp:txXfrm>
        <a:off x="38038" y="2549083"/>
        <a:ext cx="11113731" cy="703143"/>
      </dsp:txXfrm>
    </dsp:sp>
    <dsp:sp modelId="{0741507A-3493-42E7-A127-BA303522E556}">
      <dsp:nvSpPr>
        <dsp:cNvPr id="0" name=""/>
        <dsp:cNvSpPr/>
      </dsp:nvSpPr>
      <dsp:spPr>
        <a:xfrm>
          <a:off x="0" y="3342104"/>
          <a:ext cx="11189807" cy="7792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None of this replaces periodic human review of access, logs, and configuration.</a:t>
          </a:r>
        </a:p>
      </dsp:txBody>
      <dsp:txXfrm>
        <a:off x="38038" y="3380142"/>
        <a:ext cx="11113731" cy="703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HorizontalActionList">
  <dgm:title val=""/>
  <dgm:desc val=""/>
  <dgm:catLst>
    <dgm:cat type="textcard" pri="2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95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bgOutline"/>
      <dgm:constr type="primFontSz" for="des" forName="parTx" val="54"/>
      <dgm:constr type="primFontSz" for="des" forName="bgOutline" refType="primFontSz" refFor="des" refForName="parTx" op="lte" fact="0.75"/>
      <dgm:constr type="h" for="des" forName="bgOutline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bgOutline"/>
          <dgm:constr type="t" for="ch" forName="bgOutline" refType="h" refFor="ch" refForName="parTx" fact="0.97"/>
          <dgm:constr type="w" for="ch" forName="bgOutline" refType="w"/>
          <dgm:constr type="h" for="ch" forName="bgOutline" refType="h" fact="0.75"/>
        </dgm:constrLst>
        <dgm:ruleLst/>
        <dgm:layoutNode name="parTx" styleLbl="alignNode1">
          <dgm:varLst>
            <dgm:chMax val="0"/>
            <dgm:chPref val="0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ound2SameRect" r:blip="" zOrderOff="3">
            <dgm:adjLst>
              <dgm:adj idx="1" val="0.45"/>
            </dgm:adjLst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primFontSz" val="14" fact="NaN" max="NaN"/>
          </dgm:ruleLst>
        </dgm:layoutNode>
        <dgm:layoutNode name="bgOutline" styleLbl="fgAcc1">
          <dgm:varLst>
            <dgm:bulletEnabled/>
          </dgm:varLst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rot="180" type="round2SameRect" r:blip="">
            <dgm:adjLst>
              <dgm:adj idx="1" val="0.15"/>
              <dgm:adj idx="2" val="0"/>
            </dgm:adjLst>
          </dgm:shape>
          <dgm:presOf axis="des" ptType="node"/>
          <dgm:constrLst>
            <dgm:constr type="primFontSz" val="28"/>
            <dgm:constr type="tMarg" refType="w" fact="0.12"/>
            <dgm:constr type="bMarg" refType="w" fact="0.12"/>
            <dgm:constr type="lMarg" refType="w" fact="0.12"/>
            <dgm:constr type="rMarg" refType="w" fact="0.12"/>
          </dgm:constrLst>
          <dgm:ruleLst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873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15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2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758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84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5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884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15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1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3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539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1660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14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344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18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86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20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BF458F9-77FF-47AF-840C-9CB9F6E9B74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28DA7-51F5-4157-B18A-F0A283B88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186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  <p:sldLayoutId id="214748386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at.edu/blog/repository-security-github-gitlab/" TargetMode="External"/><Relationship Id="rId2" Type="http://schemas.openxmlformats.org/officeDocument/2006/relationships/hyperlink" Target="https://snyk.io/blog/ten-git-hub-security-best-practic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heatsheetseries.owasp.org/" TargetMode="External"/><Relationship Id="rId5" Type="http://schemas.openxmlformats.org/officeDocument/2006/relationships/hyperlink" Target="https://www.wiz.io/academy/application-security/source-code-security" TargetMode="External"/><Relationship Id="rId4" Type="http://schemas.openxmlformats.org/officeDocument/2006/relationships/hyperlink" Target="https://best.openssf.org/SCM-BestPractic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71AB5-0E7B-0DC5-1B59-8ACDF9512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1" y="1454964"/>
            <a:ext cx="3339281" cy="33088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 dirty="0"/>
              <a:t>Best practices for protecting code, secrets, and history when many people commit to the same place</a:t>
            </a:r>
            <a:br>
              <a:rPr lang="en-US" sz="2900" dirty="0"/>
            </a:br>
            <a:endParaRPr lang="en-US" sz="2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66F51-9C2D-2EA2-0BD2-466AAC434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1" y="4763803"/>
            <a:ext cx="3339281" cy="14643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/>
              <a:t>Security Controls in Shared Source Code Repositories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By Max Jankowski 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CSD 380 Module 10</a:t>
            </a:r>
          </a:p>
        </p:txBody>
      </p:sp>
      <p:pic>
        <p:nvPicPr>
          <p:cNvPr id="5" name="Picture 4" descr="Colorful carved figures of humans">
            <a:extLst>
              <a:ext uri="{FF2B5EF4-FFF2-40B4-BE49-F238E27FC236}">
                <a16:creationId xmlns:a16="http://schemas.microsoft.com/office/drawing/2014/main" id="{2C7CF032-E714-A020-4F52-99AE5C561A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42" r="10742" b="-1"/>
          <a:stretch>
            <a:fillRect/>
          </a:stretch>
        </p:blipFill>
        <p:spPr>
          <a:xfrm>
            <a:off x="4634682" y="10"/>
            <a:ext cx="755731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70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B1429-0B22-F10F-3F55-3A486EB10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476" y="387933"/>
            <a:ext cx="10515600" cy="1069676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One Repository, Many Hands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06B05-D0B7-B1E6-1FDC-63DC8435B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476" y="1583713"/>
            <a:ext cx="10515600" cy="761135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ea typeface="Verdana" pitchFamily="34" charset="-122"/>
                <a:cs typeface="Verdana" pitchFamily="34" charset="-120"/>
              </a:rPr>
              <a:t>Shared repositories concentrate source code, secrets, CI/CD configuration, and business Strategy in a single, high-value target. Which is exactly what makes them worth locking down.</a:t>
            </a:r>
            <a:endParaRPr lang="en-US" sz="1800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AE710A6-3861-F96A-207A-5ABD0D2871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2432178"/>
              </p:ext>
            </p:extLst>
          </p:nvPr>
        </p:nvGraphicFramePr>
        <p:xfrm>
          <a:off x="907924" y="2344848"/>
          <a:ext cx="10376152" cy="3296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09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49CE-C10B-0149-1C65-1787AD9C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499"/>
            <a:ext cx="10515600" cy="942926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Access Control &amp; Authentication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A9DCC-CF00-F40E-6517-1A27EB891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075" y="84139"/>
            <a:ext cx="3254375" cy="430212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Best Practice to Follow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033088-C760-84EF-E114-E7A4BDF16363}"/>
              </a:ext>
            </a:extLst>
          </p:cNvPr>
          <p:cNvSpPr/>
          <p:nvPr/>
        </p:nvSpPr>
        <p:spPr>
          <a:xfrm>
            <a:off x="10869089" y="514351"/>
            <a:ext cx="636714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isometricOffAxis2Lef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600" b="1" cap="none" spc="0" dirty="0">
                <a:ln/>
                <a:solidFill>
                  <a:schemeClr val="accent4"/>
                </a:solidFill>
                <a:effectLst/>
              </a:rPr>
              <a:t>1</a:t>
            </a:r>
          </a:p>
        </p:txBody>
      </p:sp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F0C54EE7-9B06-B4BE-2B98-B225042F6B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4632831"/>
              </p:ext>
            </p:extLst>
          </p:nvPr>
        </p:nvGraphicFramePr>
        <p:xfrm>
          <a:off x="839787" y="3241141"/>
          <a:ext cx="10821076" cy="29485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849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09A8-D7A7-EE49-0690-89BEA123E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4FEA7-750D-732C-F574-F7A6AC605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499"/>
            <a:ext cx="10750236" cy="961034"/>
          </a:xfrm>
        </p:spPr>
        <p:txBody>
          <a:bodyPr>
            <a:normAutofit/>
          </a:bodyPr>
          <a:lstStyle/>
          <a:p>
            <a:r>
              <a:rPr lang="en-US" sz="4800" dirty="0"/>
              <a:t>Branch Protection &amp; Code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03DB5-9BA7-1310-A850-001DABEB8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075" y="84139"/>
            <a:ext cx="3254375" cy="430212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Best Practice to Follow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184AC8-5BE4-1AFD-3908-FFE91CEDBCD1}"/>
              </a:ext>
            </a:extLst>
          </p:cNvPr>
          <p:cNvSpPr/>
          <p:nvPr/>
        </p:nvSpPr>
        <p:spPr>
          <a:xfrm>
            <a:off x="10869089" y="514351"/>
            <a:ext cx="63671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isometricOffAxis2Lef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600" b="1" dirty="0">
                <a:ln/>
                <a:solidFill>
                  <a:schemeClr val="accent4"/>
                </a:solidFill>
              </a:rPr>
              <a:t>2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E452E9B8-41E0-26CC-9231-FA366A041C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2667304"/>
              </p:ext>
            </p:extLst>
          </p:nvPr>
        </p:nvGraphicFramePr>
        <p:xfrm>
          <a:off x="839787" y="3241141"/>
          <a:ext cx="10821076" cy="29485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6550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6928B-EEC5-8FC5-5956-0D1FD27A3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34155-BD19-683A-8168-A85CE5ABD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499"/>
            <a:ext cx="10515600" cy="942926"/>
          </a:xfrm>
        </p:spPr>
        <p:txBody>
          <a:bodyPr>
            <a:normAutofit/>
          </a:bodyPr>
          <a:lstStyle/>
          <a:p>
            <a:r>
              <a:rPr lang="en-US" dirty="0"/>
              <a:t>Secrets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C7AA7-0720-E85C-B867-6637B55D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075" y="84139"/>
            <a:ext cx="3254375" cy="430212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Best Practice to Follow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5C152-E314-9359-E558-B408C47AE88D}"/>
              </a:ext>
            </a:extLst>
          </p:cNvPr>
          <p:cNvSpPr/>
          <p:nvPr/>
        </p:nvSpPr>
        <p:spPr>
          <a:xfrm>
            <a:off x="10869089" y="514351"/>
            <a:ext cx="63671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isometricOffAxis2Lef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600" b="1" dirty="0">
                <a:ln/>
                <a:solidFill>
                  <a:schemeClr val="accent4"/>
                </a:solidFill>
              </a:rPr>
              <a:t>3</a:t>
            </a:r>
            <a:endParaRPr lang="en-US" sz="66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4E8E3D26-C1A9-19D8-85B3-AC1F1096D9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1142743"/>
              </p:ext>
            </p:extLst>
          </p:nvPr>
        </p:nvGraphicFramePr>
        <p:xfrm>
          <a:off x="839787" y="3241141"/>
          <a:ext cx="10821076" cy="29485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4432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5FD04-781D-2533-E4D2-9D7D91E8D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621" y="543209"/>
            <a:ext cx="10515600" cy="79807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A Secured Commit-to-Merge Workflow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25DD0-1694-59D2-BF46-B875C0D9C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648718"/>
            <a:ext cx="10515600" cy="558799"/>
          </a:xfrm>
        </p:spPr>
        <p:txBody>
          <a:bodyPr>
            <a:normAutofit lnSpcReduction="10000"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No single checkpoint catches everything. a secret missed at commit can still be caught in CI; a bad dependency missed in CI is still visible in the audit log.</a:t>
            </a:r>
          </a:p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2D07F06-6C20-AF9B-A776-4F5D5697615B}"/>
              </a:ext>
            </a:extLst>
          </p:cNvPr>
          <p:cNvSpPr txBox="1">
            <a:spLocks/>
          </p:cNvSpPr>
          <p:nvPr/>
        </p:nvSpPr>
        <p:spPr>
          <a:xfrm>
            <a:off x="623621" y="96257"/>
            <a:ext cx="4301465" cy="4469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Best Practice to Follow – Visual </a:t>
            </a:r>
          </a:p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1FBEAC0-D650-9D0B-8185-2596EF1560B5}"/>
              </a:ext>
            </a:extLst>
          </p:cNvPr>
          <p:cNvSpPr txBox="1">
            <a:spLocks/>
          </p:cNvSpPr>
          <p:nvPr/>
        </p:nvSpPr>
        <p:spPr>
          <a:xfrm>
            <a:off x="623621" y="1341280"/>
            <a:ext cx="10515600" cy="558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</a:rPr>
              <a:t>Security controls work best layered across the entire path a change takes. Not just bolted onto just one step.</a:t>
            </a:r>
          </a:p>
          <a:p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08B1337-6370-B2A7-0B59-6DFE73A9E5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39803"/>
              </p:ext>
            </p:extLst>
          </p:nvPr>
        </p:nvGraphicFramePr>
        <p:xfrm>
          <a:off x="457200" y="1788232"/>
          <a:ext cx="10670616" cy="3728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0808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EB9DC-3C0D-F5EB-7EE2-596A70657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749B2-5889-709B-3208-645D9EC5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499"/>
            <a:ext cx="10515600" cy="942926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Dependency &amp; Vulnerability Scanning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E75C2-D99A-F34C-7644-DF9F8E365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075" y="84139"/>
            <a:ext cx="3254375" cy="430212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Best Practice to Follow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BCBABB-7EB9-EEBE-A669-841C53C0503F}"/>
              </a:ext>
            </a:extLst>
          </p:cNvPr>
          <p:cNvSpPr/>
          <p:nvPr/>
        </p:nvSpPr>
        <p:spPr>
          <a:xfrm>
            <a:off x="10869089" y="514351"/>
            <a:ext cx="63671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isometricOffAxis2Lef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600" b="1" dirty="0">
                <a:ln/>
                <a:solidFill>
                  <a:schemeClr val="accent4"/>
                </a:solidFill>
              </a:rPr>
              <a:t>4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8EEE12BB-130E-A25D-27F4-E7E3455347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3017400"/>
              </p:ext>
            </p:extLst>
          </p:nvPr>
        </p:nvGraphicFramePr>
        <p:xfrm>
          <a:off x="839787" y="3241141"/>
          <a:ext cx="10821076" cy="29485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4791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D53E3-EF95-0C83-37F8-860C15CD7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E252-9B78-F4A4-6718-0FA3B0F9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499"/>
            <a:ext cx="10515600" cy="942926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Monitoring, Logging &amp; Governance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C25C4-5225-598C-807A-99C9887D4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075" y="84139"/>
            <a:ext cx="3254375" cy="430212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Best Practice to Follow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25414E-A288-218D-3ABE-754C95AC1371}"/>
              </a:ext>
            </a:extLst>
          </p:cNvPr>
          <p:cNvSpPr/>
          <p:nvPr/>
        </p:nvSpPr>
        <p:spPr>
          <a:xfrm>
            <a:off x="10869089" y="514351"/>
            <a:ext cx="63671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isometricOffAxis2Lef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600" b="1" dirty="0">
                <a:ln/>
                <a:solidFill>
                  <a:schemeClr val="accent4"/>
                </a:solidFill>
              </a:rPr>
              <a:t>5</a:t>
            </a:r>
            <a:endParaRPr lang="en-US" sz="66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28DA3B52-4760-AB1E-E3F4-F80EFEDC05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5508297"/>
              </p:ext>
            </p:extLst>
          </p:nvPr>
        </p:nvGraphicFramePr>
        <p:xfrm>
          <a:off x="839787" y="3241141"/>
          <a:ext cx="10821076" cy="29485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9085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F1D41-A1F7-D4DE-3D8E-184EBE1A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97567-58D6-81D1-C02B-3A95EBBBB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499"/>
            <a:ext cx="10515600" cy="729210"/>
          </a:xfrm>
        </p:spPr>
        <p:txBody>
          <a:bodyPr>
            <a:noAutofit/>
          </a:bodyPr>
          <a:lstStyle/>
          <a:p>
            <a:r>
              <a:rPr lang="en-US" sz="3600" dirty="0"/>
              <a:t>Repository security is layered, not a single checkbox.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FB95E-0726-D71C-0F86-1777F9328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075" y="84139"/>
            <a:ext cx="3254375" cy="43021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KEY TAKEAWAY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B5E8989D-E27F-3E91-6DB7-5FB7BE5CED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2984957"/>
              </p:ext>
            </p:extLst>
          </p:nvPr>
        </p:nvGraphicFramePr>
        <p:xfrm>
          <a:off x="471055" y="2050473"/>
          <a:ext cx="11189808" cy="4139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7846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7888A-D284-4A08-D6E4-F41EBF76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</a:t>
            </a:r>
            <a:br>
              <a:rPr lang="en-US" dirty="0"/>
            </a:br>
            <a:r>
              <a:rPr lang="en-US" sz="1100" dirty="0"/>
              <a:t>I would recommend the use of the Brave browser for some of these to filter out the ads: 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AF579-6470-1D59-3CA4-7CB1C6BED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dirty="0"/>
              <a:t>Vermeer, B. (2024, February 5). </a:t>
            </a:r>
            <a:r>
              <a:rPr lang="en-US" i="1" dirty="0"/>
              <a:t>10 GitHub security best practices</a:t>
            </a:r>
            <a:r>
              <a:rPr lang="en-US" dirty="0"/>
              <a:t>. </a:t>
            </a:r>
            <a:r>
              <a:rPr lang="en-US" dirty="0" err="1"/>
              <a:t>Snyk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https://snyk.io/blog/ten-git-hub-security-best-practices/ </a:t>
            </a:r>
            <a:endParaRPr lang="en-US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dirty="0"/>
              <a:t>California Institute of Arts &amp; Technology. (2023, February 24). </a:t>
            </a:r>
            <a:r>
              <a:rPr lang="en-US" i="1" dirty="0"/>
              <a:t>What is repository security within GitHub and GitLab?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https://www.ciat.edu/blog/repository-security-github-gitlab/</a:t>
            </a:r>
            <a:endParaRPr lang="en-US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dirty="0"/>
              <a:t>Open Source Security Foundation Best Practices Working Group. (2023, August 29). </a:t>
            </a:r>
            <a:r>
              <a:rPr lang="en-US" i="1" dirty="0"/>
              <a:t>Source code management platform configuration best practices</a:t>
            </a:r>
            <a:r>
              <a:rPr lang="en-US" dirty="0"/>
              <a:t>. </a:t>
            </a:r>
            <a:r>
              <a:rPr lang="en-US" dirty="0">
                <a:hlinkClick r:id="rId4"/>
              </a:rPr>
              <a:t>https://best.openssf.org/SCM-BestPractices/</a:t>
            </a:r>
            <a:endParaRPr lang="en-US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dirty="0" err="1"/>
              <a:t>Ghalleb</a:t>
            </a:r>
            <a:r>
              <a:rPr lang="en-US" dirty="0"/>
              <a:t>, Z. (2024, October 31). </a:t>
            </a:r>
            <a:r>
              <a:rPr lang="en-US" i="1" dirty="0"/>
              <a:t>Source code security: Basics and best practices</a:t>
            </a:r>
            <a:r>
              <a:rPr lang="en-US" dirty="0"/>
              <a:t>. Wiz. </a:t>
            </a:r>
            <a:r>
              <a:rPr lang="en-US" dirty="0">
                <a:hlinkClick r:id="rId5"/>
              </a:rPr>
              <a:t>https://www.wiz.io/academy/application-security/source-code-security</a:t>
            </a:r>
            <a:r>
              <a:rPr lang="en-US" dirty="0"/>
              <a:t> 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dirty="0"/>
              <a:t>OWASP Foundation. (n.d.). </a:t>
            </a:r>
            <a:r>
              <a:rPr lang="en-US" i="1" dirty="0"/>
              <a:t>OWASP Cheat Sheet Series</a:t>
            </a:r>
            <a:r>
              <a:rPr lang="en-US" dirty="0"/>
              <a:t>. </a:t>
            </a:r>
            <a:r>
              <a:rPr lang="en-US" dirty="0">
                <a:hlinkClick r:id="rId6"/>
              </a:rPr>
              <a:t>https://cheatsheetseries.owasp.org/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914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561</TotalTime>
  <Words>938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Verdana</vt:lpstr>
      <vt:lpstr>Wingdings 3</vt:lpstr>
      <vt:lpstr>Ion</vt:lpstr>
      <vt:lpstr>Best practices for protecting code, secrets, and history when many people commit to the same place </vt:lpstr>
      <vt:lpstr>  One Repository, Many Hands</vt:lpstr>
      <vt:lpstr>  Access Control &amp; Authentication</vt:lpstr>
      <vt:lpstr>Branch Protection &amp; Code Review</vt:lpstr>
      <vt:lpstr>Secrets Management</vt:lpstr>
      <vt:lpstr>A Secured Commit-to-Merge Workflow</vt:lpstr>
      <vt:lpstr>Dependency &amp; Vulnerability Scanning</vt:lpstr>
      <vt:lpstr>Monitoring, Logging &amp; Governance</vt:lpstr>
      <vt:lpstr>Repository security is layered, not a single checkbox.</vt:lpstr>
      <vt:lpstr>References: I would recommend the use of the Brave browser for some of these to filter out the ads: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jankowski</dc:creator>
  <cp:lastModifiedBy>max jankowski</cp:lastModifiedBy>
  <cp:revision>8</cp:revision>
  <dcterms:created xsi:type="dcterms:W3CDTF">2026-07-26T15:47:23Z</dcterms:created>
  <dcterms:modified xsi:type="dcterms:W3CDTF">2026-07-27T01:36:35Z</dcterms:modified>
</cp:coreProperties>
</file>